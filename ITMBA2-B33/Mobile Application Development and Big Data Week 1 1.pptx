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339" r:id="rId7"/>
    <p:sldId id="328" r:id="rId8"/>
    <p:sldId id="386" r:id="rId9"/>
    <p:sldId id="329" r:id="rId10"/>
    <p:sldId id="324" r:id="rId11"/>
    <p:sldId id="331" r:id="rId12"/>
    <p:sldId id="303" r:id="rId13"/>
    <p:sldId id="348" r:id="rId14"/>
    <p:sldId id="349" r:id="rId15"/>
    <p:sldId id="350" r:id="rId16"/>
    <p:sldId id="351" r:id="rId17"/>
    <p:sldId id="352" r:id="rId18"/>
    <p:sldId id="385" r:id="rId19"/>
    <p:sldId id="353" r:id="rId20"/>
    <p:sldId id="354" r:id="rId21"/>
    <p:sldId id="355" r:id="rId22"/>
    <p:sldId id="356" r:id="rId23"/>
    <p:sldId id="357" r:id="rId24"/>
    <p:sldId id="358" r:id="rId25"/>
    <p:sldId id="359" r:id="rId26"/>
    <p:sldId id="360" r:id="rId27"/>
    <p:sldId id="361" r:id="rId28"/>
    <p:sldId id="362" r:id="rId29"/>
    <p:sldId id="363" r:id="rId30"/>
    <p:sldId id="364" r:id="rId31"/>
    <p:sldId id="365" r:id="rId32"/>
    <p:sldId id="366" r:id="rId33"/>
    <p:sldId id="367" r:id="rId34"/>
    <p:sldId id="368" r:id="rId35"/>
    <p:sldId id="369" r:id="rId36"/>
    <p:sldId id="370" r:id="rId37"/>
    <p:sldId id="371" r:id="rId38"/>
    <p:sldId id="372" r:id="rId39"/>
    <p:sldId id="373" r:id="rId40"/>
    <p:sldId id="374" r:id="rId41"/>
    <p:sldId id="375" r:id="rId42"/>
    <p:sldId id="376" r:id="rId43"/>
    <p:sldId id="377" r:id="rId44"/>
    <p:sldId id="378" r:id="rId45"/>
    <p:sldId id="379" r:id="rId46"/>
    <p:sldId id="380" r:id="rId47"/>
    <p:sldId id="381" r:id="rId48"/>
    <p:sldId id="382" r:id="rId49"/>
    <p:sldId id="384" r:id="rId50"/>
    <p:sldId id="383" r:id="rId51"/>
    <p:sldId id="342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80D8"/>
    <a:srgbClr val="15305D"/>
    <a:srgbClr val="8764E3"/>
    <a:srgbClr val="28A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43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F4CD8-BB23-B89F-2C61-FD158A602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BEF9D-A3D1-2000-9FE9-B295B2739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4B436-EBBF-C4B1-6A79-30F66D325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D96E0-89C2-4EF1-BBA6-D6B9E2DF762A}" type="datetimeFigureOut">
              <a:rPr lang="en-ZA" smtClean="0"/>
              <a:t>2025/02/12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EE17D-7C88-E12A-0449-AEE94A00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C8854-6380-19CE-33F2-A1AB5966D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5354-8035-4DF6-A69C-E310417B5C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32292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82878-60C2-42E5-3435-36BB9E96C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6AE21-E39D-CFC6-8C19-BE7BC3AD0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AB633-9F69-758C-4DCF-F68771C73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D96E0-89C2-4EF1-BBA6-D6B9E2DF762A}" type="datetimeFigureOut">
              <a:rPr lang="en-ZA" smtClean="0"/>
              <a:t>2025/02/12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D2915-B8C0-955E-34C0-1EEB5DEB2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70CBE-3024-2D04-BAC6-51061F5B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5354-8035-4DF6-A69C-E310417B5C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86305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983A-46DF-59E7-2FE7-0E11908E3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91BBB-D6E6-072E-C62C-EB3A1AF56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40D03-EB30-F282-5326-40815D0D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D96E0-89C2-4EF1-BBA6-D6B9E2DF762A}" type="datetimeFigureOut">
              <a:rPr lang="en-ZA" smtClean="0"/>
              <a:t>2025/02/12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0317A-2D12-7D5F-2C16-DE1135A3D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D39E4-038D-653C-F01A-E03573057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5354-8035-4DF6-A69C-E310417B5C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29994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F49A5-F54A-4389-D1FD-772510B46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5C265-F210-877C-5C17-EACA3DB7EF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59093-74C4-6F9E-9B0E-46278E49A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931A1-63E4-71AC-7ED9-1F63F923B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D96E0-89C2-4EF1-BBA6-D6B9E2DF762A}" type="datetimeFigureOut">
              <a:rPr lang="en-ZA" smtClean="0"/>
              <a:t>2025/02/12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C0123-4466-A631-63A2-63BB660AB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797A3-8AD3-EB45-F3C9-B9AE1DF96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5354-8035-4DF6-A69C-E310417B5C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49571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997C7-1E3D-3309-BEE0-9FD137D83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84CCD-1706-5BBA-7D08-43ED22EAE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BF9F5-6D9E-3A64-8ABC-7FDA30DA7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4A27EB-1922-0620-761A-74C8639A18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327A7B-16CA-D4E1-1182-65D2082152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F3D041-7085-038F-5BB2-0F861AFB4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D96E0-89C2-4EF1-BBA6-D6B9E2DF762A}" type="datetimeFigureOut">
              <a:rPr lang="en-ZA" smtClean="0"/>
              <a:t>2025/02/12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600703-F51F-8E14-B952-64441A946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33D6F0-C2EF-5678-396D-3F242205D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5354-8035-4DF6-A69C-E310417B5C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6648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6C216-3D1A-183E-2633-B3D40A5D4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95ACED-16FD-DB72-D758-4EB36D91E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D96E0-89C2-4EF1-BBA6-D6B9E2DF762A}" type="datetimeFigureOut">
              <a:rPr lang="en-ZA" smtClean="0"/>
              <a:t>2025/02/12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2C805B-E7D2-F587-8241-93748F7A9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0428C-AA11-DBB4-748B-844803CAF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5354-8035-4DF6-A69C-E310417B5C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57953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6D27D3-AA86-AF54-31A2-632CF2F9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D96E0-89C2-4EF1-BBA6-D6B9E2DF762A}" type="datetimeFigureOut">
              <a:rPr lang="en-ZA" smtClean="0"/>
              <a:t>2025/02/12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9D705-5132-84A0-312F-EA56BED14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8719A-A4B8-ABDC-3FF6-DA34AD2A0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5354-8035-4DF6-A69C-E310417B5C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28617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E89AB-DD26-32AC-D99F-27F959CA6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DE008-FCE0-4366-6237-0EA453EB2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E63CBC-EC1B-EC43-CCF4-FC569A3BE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6626-88B9-85B7-4D8D-B8DFD38EA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D96E0-89C2-4EF1-BBA6-D6B9E2DF762A}" type="datetimeFigureOut">
              <a:rPr lang="en-ZA" smtClean="0"/>
              <a:t>2025/02/12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6034E6-8E9F-C4CB-361A-5A9D55CD4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2FD07-BC03-2258-17DA-A86369C77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5354-8035-4DF6-A69C-E310417B5C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98376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F16FE-E42C-8632-FA7C-4C86AE545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B8E8AE-4F91-2C70-E342-51DBC56826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C5B33-441A-80ED-AD62-0BD4BF186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851FA-6DFF-348C-093E-7A5B067FC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D96E0-89C2-4EF1-BBA6-D6B9E2DF762A}" type="datetimeFigureOut">
              <a:rPr lang="en-ZA" smtClean="0"/>
              <a:t>2025/02/12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880EA-C69D-47CF-4290-B48760F11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8022F-AC96-834C-AB82-6ECF7D189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5354-8035-4DF6-A69C-E310417B5C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86521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C2CB6-A68C-F98E-2C2B-50727A29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30962-A10A-D9D9-DFE9-45E5307A2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1713F-4D8D-6505-C7AE-A5AB078A7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D96E0-89C2-4EF1-BBA6-D6B9E2DF762A}" type="datetimeFigureOut">
              <a:rPr lang="en-ZA" smtClean="0"/>
              <a:t>2025/02/12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8A272-DB44-572D-1395-904CF5F34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A8AEA-781F-D739-E20F-F7269F54F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5354-8035-4DF6-A69C-E310417B5C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95254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50454B-BE87-ABB9-E924-029F66BB14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BE65C-7693-B15A-A0A3-D1CCAEFC4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14A5C-0B60-3A09-5AA2-F99A017ED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D96E0-89C2-4EF1-BBA6-D6B9E2DF762A}" type="datetimeFigureOut">
              <a:rPr lang="en-ZA" smtClean="0"/>
              <a:t>2025/02/12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46417-3356-AD51-E62C-5AA1370E5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41185-BBA0-6967-E46C-2BF0B6857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5354-8035-4DF6-A69C-E310417B5C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31883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1300D7-8E20-201B-F575-8EF2FA53C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EBD69-1495-CA85-F7B2-FE87DDF91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6109B-C6C8-E4C6-AD9A-0761097237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1D96E0-89C2-4EF1-BBA6-D6B9E2DF762A}" type="datetimeFigureOut">
              <a:rPr lang="en-ZA" smtClean="0"/>
              <a:t>2025/02/12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F0CE2-1F6E-518A-A186-C86D0EFDF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F7CD6-7D11-F5FA-E45B-9F02FCBA6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05354-8035-4DF6-A69C-E310417B5C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71897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what-is/mobile-cloud-computing/" TargetMode="Externa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240DF94-D388-6691-4409-89544744061F}"/>
              </a:ext>
            </a:extLst>
          </p:cNvPr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15305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E33ECF-3F25-280F-191D-D11C8A247E94}"/>
              </a:ext>
            </a:extLst>
          </p:cNvPr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15305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B0D1D03-AEE3-552A-36D9-E9E6B1AEA8C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556" y="3923442"/>
            <a:ext cx="2928888" cy="10716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5506CA-E8EB-1103-4526-EA1CF290CF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5000" b="1" dirty="0">
                <a:solidFill>
                  <a:srgbClr val="15305D"/>
                </a:solidFill>
                <a:latin typeface="Larken-Medium" panose="00000600000000000000" pitchFamily="2" charset="0"/>
              </a:rPr>
              <a:t>Mobile Application Development and Big Data</a:t>
            </a:r>
            <a:endParaRPr lang="en-ZA" sz="50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302DD10-DA77-891C-DAF7-915CCA5B1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9421" y="6242742"/>
            <a:ext cx="8553158" cy="43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Eduvos (Pty) Ltd (formerly Pearson Institute of Higher Education) is registered with the Department of Higher Education and Training as a private higher education institution under the Higher Education Act, 101, of 1997. Registration Certificate number: 2001/HE07/008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FFAEE00C-291E-D248-A32F-71AF01590D6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0000"/>
            <a:ext cx="1440000" cy="1440000"/>
          </a:xfrm>
          <a:prstGeom prst="rect">
            <a:avLst/>
          </a:prstGeom>
        </p:spPr>
      </p:pic>
      <p:pic>
        <p:nvPicPr>
          <p:cNvPr id="17" name="Picture 16" descr="Shape&#10;&#10;Description automatically generated with low confidence">
            <a:extLst>
              <a:ext uri="{FF2B5EF4-FFF2-40B4-BE49-F238E27FC236}">
                <a16:creationId xmlns:a16="http://schemas.microsoft.com/office/drawing/2014/main" id="{F3609C87-594F-B104-E122-4A9DD81B166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59261"/>
            <a:ext cx="1440000" cy="1440000"/>
          </a:xfrm>
          <a:prstGeom prst="rect">
            <a:avLst/>
          </a:prstGeom>
        </p:spPr>
      </p:pic>
      <p:pic>
        <p:nvPicPr>
          <p:cNvPr id="20" name="Picture 19" descr="Shape&#10;&#10;Description automatically generated with low confidence">
            <a:extLst>
              <a:ext uri="{FF2B5EF4-FFF2-40B4-BE49-F238E27FC236}">
                <a16:creationId xmlns:a16="http://schemas.microsoft.com/office/drawing/2014/main" id="{0F520991-B579-720F-20D2-7112048D566F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40000" cy="1440000"/>
          </a:xfrm>
          <a:prstGeom prst="rect">
            <a:avLst/>
          </a:prstGeom>
        </p:spPr>
      </p:pic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904D340B-3494-E815-7A2D-ADC57CE9517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000" y="2880000"/>
            <a:ext cx="1440000" cy="1440000"/>
          </a:xfrm>
          <a:prstGeom prst="rect">
            <a:avLst/>
          </a:prstGeom>
        </p:spPr>
      </p:pic>
      <p:pic>
        <p:nvPicPr>
          <p:cNvPr id="28" name="Picture 27" descr="Icon&#10;&#10;Description automatically generated">
            <a:extLst>
              <a:ext uri="{FF2B5EF4-FFF2-40B4-BE49-F238E27FC236}">
                <a16:creationId xmlns:a16="http://schemas.microsoft.com/office/drawing/2014/main" id="{2129A53F-1467-5FB0-BA7B-AECBAA776D68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000" y="0"/>
            <a:ext cx="1440000" cy="1440000"/>
          </a:xfrm>
          <a:prstGeom prst="rect">
            <a:avLst/>
          </a:prstGeom>
        </p:spPr>
      </p:pic>
      <p:pic>
        <p:nvPicPr>
          <p:cNvPr id="30" name="Picture 29" descr="Icon&#10;&#10;Description automatically generated">
            <a:extLst>
              <a:ext uri="{FF2B5EF4-FFF2-40B4-BE49-F238E27FC236}">
                <a16:creationId xmlns:a16="http://schemas.microsoft.com/office/drawing/2014/main" id="{54A97C42-991F-0760-96FF-082A8D8CCE3C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881" y="4459261"/>
            <a:ext cx="1440000" cy="1440000"/>
          </a:xfrm>
          <a:prstGeom prst="rect">
            <a:avLst/>
          </a:prstGeom>
        </p:spPr>
      </p:pic>
      <p:pic>
        <p:nvPicPr>
          <p:cNvPr id="32" name="Picture 31" descr="Icon&#10;&#10;Description automatically generated">
            <a:extLst>
              <a:ext uri="{FF2B5EF4-FFF2-40B4-BE49-F238E27FC236}">
                <a16:creationId xmlns:a16="http://schemas.microsoft.com/office/drawing/2014/main" id="{DEEC04C6-7757-806B-CD17-176F016E5871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881" y="1439200"/>
            <a:ext cx="1440000" cy="1440000"/>
          </a:xfrm>
          <a:prstGeom prst="rect">
            <a:avLst/>
          </a:prstGeom>
        </p:spPr>
      </p:pic>
      <p:pic>
        <p:nvPicPr>
          <p:cNvPr id="34" name="Picture 33" descr="Icon&#10;&#10;Description automatically generated">
            <a:extLst>
              <a:ext uri="{FF2B5EF4-FFF2-40B4-BE49-F238E27FC236}">
                <a16:creationId xmlns:a16="http://schemas.microsoft.com/office/drawing/2014/main" id="{8BDC75D8-EC24-1FA0-34A5-FAA3D807C78C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81" y="2879200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959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2667526" y="3028904"/>
            <a:ext cx="6573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latin typeface="Larken-Medium" panose="00000600000000000000" pitchFamily="2" charset="0"/>
              </a:rPr>
              <a:t>Press Record…   </a:t>
            </a:r>
            <a:r>
              <a:rPr lang="en-US" sz="2800" b="1" dirty="0" smtClean="0">
                <a:solidFill>
                  <a:srgbClr val="FF0000"/>
                </a:solidFill>
                <a:latin typeface="Larken-Medium" panose="00000600000000000000" pitchFamily="2" charset="0"/>
                <a:sym typeface="Wingdings" panose="05000000000000000000" pitchFamily="2" charset="2"/>
              </a:rPr>
              <a:t></a:t>
            </a:r>
            <a:endParaRPr lang="en-US" sz="2800" b="1" dirty="0">
              <a:solidFill>
                <a:srgbClr val="FF0000"/>
              </a:solidFill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0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15305D"/>
                </a:solidFill>
                <a:latin typeface="Larken-Medium" panose="00000600000000000000" pitchFamily="2" charset="0"/>
              </a:rPr>
              <a:t>Get Ready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2357422" y="2582629"/>
            <a:ext cx="9471546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MyLMs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Timetable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 Check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Timetable regularly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 Android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Programming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7822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Larken-Medium" panose="00000600000000000000" pitchFamily="2" charset="0"/>
              </a:rPr>
              <a:t>Room Temperature Check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53" y="2192948"/>
            <a:ext cx="2256690" cy="225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785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15305D"/>
                </a:solidFill>
                <a:latin typeface="Larken-Medium" panose="00000600000000000000" pitchFamily="2" charset="0"/>
              </a:rPr>
              <a:t>Get Ready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1047368" y="1681266"/>
            <a:ext cx="9471546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Communications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Teams (Preferred)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Content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Delivery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Online Sessions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7822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Larken-Medium" panose="00000600000000000000" pitchFamily="2" charset="0"/>
              </a:rPr>
              <a:t>Ways of Working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335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15305D"/>
                </a:solidFill>
                <a:latin typeface="Larken-Medium" panose="00000600000000000000" pitchFamily="2" charset="0"/>
              </a:rPr>
              <a:t>Get Ready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1047368" y="1672474"/>
            <a:ext cx="9471546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Online test Block 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Summative assessment Block 2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7822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Larken-Medium" panose="00000600000000000000" pitchFamily="2" charset="0"/>
              </a:rPr>
              <a:t>Assessments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71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5305D"/>
                </a:solidFill>
                <a:latin typeface="Larken-Medium" panose="00000600000000000000" pitchFamily="2" charset="0"/>
              </a:rPr>
              <a:t>Get Ready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1355099" y="1654890"/>
            <a:ext cx="9471546" cy="24006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Basic Web Pages</a:t>
            </a:r>
            <a:r>
              <a:rPr lang="en-US" sz="2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 CSS for Styling and Layout. </a:t>
            </a:r>
            <a:endParaRPr lang="en-US" sz="20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Interactive Web Pages with JavaScript. </a:t>
            </a:r>
            <a:endParaRPr lang="en-US" sz="20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 and apply Node.js and JavaScript Modules. </a:t>
            </a:r>
            <a:endParaRPr lang="en-US" sz="20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Asynchronous Programming and Implement Control Flow.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7822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Larken-Medium" panose="00000600000000000000" pitchFamily="2" charset="0"/>
              </a:rPr>
              <a:t>Module Objectives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730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5271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Get Ready </a:t>
            </a:r>
            <a:r>
              <a:rPr lang="en-US" sz="3200" b="1" dirty="0">
                <a:solidFill>
                  <a:srgbClr val="15305D"/>
                </a:solidFill>
                <a:latin typeface="Larken-Medium" panose="00000600000000000000" pitchFamily="2" charset="0"/>
              </a:rPr>
              <a:t>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4EE9C0-AE63-7B4C-BE63-F44A4B426B71}"/>
              </a:ext>
            </a:extLst>
          </p:cNvPr>
          <p:cNvSpPr txBox="1"/>
          <p:nvPr/>
        </p:nvSpPr>
        <p:spPr>
          <a:xfrm>
            <a:off x="363939" y="843283"/>
            <a:ext cx="7822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Larken-Medium" panose="00000600000000000000" pitchFamily="2" charset="0"/>
              </a:rPr>
              <a:t>Software Development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697C77-4299-5397-CEA3-00E3A3026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687" y="1631632"/>
            <a:ext cx="6524625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525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55444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5305D"/>
                </a:solidFill>
                <a:latin typeface="Larken-Medium" panose="00000600000000000000" pitchFamily="2" charset="0"/>
              </a:rPr>
              <a:t>Get Ready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  <a:p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77030" y="2630836"/>
            <a:ext cx="9471546" cy="496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What do you understand by Mobile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Application Development and Big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Data?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78221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Larken-Medium" panose="00000600000000000000" pitchFamily="2" charset="0"/>
              </a:rPr>
              <a:t>Mobile Application Development and Big Data</a:t>
            </a:r>
          </a:p>
        </p:txBody>
      </p:sp>
    </p:spTree>
    <p:extLst>
      <p:ext uri="{BB962C8B-B14F-4D97-AF65-F5344CB8AC3E}">
        <p14:creationId xmlns:p14="http://schemas.microsoft.com/office/powerpoint/2010/main" val="1621868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0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F0F9A81-DEDF-0FE6-89B1-E3D6C24A7A0C}"/>
              </a:ext>
            </a:extLst>
          </p:cNvPr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8764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F849ED-FF22-A169-1A9F-83504C082D1C}"/>
              </a:ext>
            </a:extLst>
          </p:cNvPr>
          <p:cNvSpPr txBox="1"/>
          <p:nvPr/>
        </p:nvSpPr>
        <p:spPr>
          <a:xfrm>
            <a:off x="295702" y="163773"/>
            <a:ext cx="5800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rken-Medium" panose="00000600000000000000" pitchFamily="2" charset="0"/>
                <a:ea typeface="+mn-ea"/>
                <a:cs typeface="Arial" panose="020B0604020202020204" pitchFamily="34" charset="0"/>
              </a:rPr>
              <a:t>Questions for Discussion</a:t>
            </a:r>
          </a:p>
        </p:txBody>
      </p:sp>
      <p:sp>
        <p:nvSpPr>
          <p:cNvPr id="35" name="Freeform 26">
            <a:extLst>
              <a:ext uri="{FF2B5EF4-FFF2-40B4-BE49-F238E27FC236}">
                <a16:creationId xmlns:a16="http://schemas.microsoft.com/office/drawing/2014/main" id="{E03710B2-4DAC-782A-93D0-D1D0B90BED07}"/>
              </a:ext>
            </a:extLst>
          </p:cNvPr>
          <p:cNvSpPr/>
          <p:nvPr/>
        </p:nvSpPr>
        <p:spPr>
          <a:xfrm>
            <a:off x="10908000" y="403282"/>
            <a:ext cx="1044000" cy="108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6" h="21600" extrusionOk="0">
                <a:moveTo>
                  <a:pt x="20037" y="2535"/>
                </a:moveTo>
                <a:lnTo>
                  <a:pt x="13022" y="2535"/>
                </a:lnTo>
                <a:lnTo>
                  <a:pt x="13022" y="1475"/>
                </a:lnTo>
                <a:cubicBezTo>
                  <a:pt x="13022" y="662"/>
                  <a:pt x="12363" y="0"/>
                  <a:pt x="11553" y="0"/>
                </a:cubicBezTo>
                <a:lnTo>
                  <a:pt x="1469" y="0"/>
                </a:lnTo>
                <a:cubicBezTo>
                  <a:pt x="659" y="0"/>
                  <a:pt x="0" y="662"/>
                  <a:pt x="0" y="1475"/>
                </a:cubicBezTo>
                <a:lnTo>
                  <a:pt x="0" y="5608"/>
                </a:lnTo>
                <a:cubicBezTo>
                  <a:pt x="0" y="6431"/>
                  <a:pt x="659" y="7093"/>
                  <a:pt x="1469" y="7093"/>
                </a:cubicBezTo>
                <a:lnTo>
                  <a:pt x="3239" y="7093"/>
                </a:lnTo>
                <a:lnTo>
                  <a:pt x="3239" y="9032"/>
                </a:lnTo>
                <a:cubicBezTo>
                  <a:pt x="3239" y="9268"/>
                  <a:pt x="3371" y="9485"/>
                  <a:pt x="3578" y="9589"/>
                </a:cubicBezTo>
                <a:cubicBezTo>
                  <a:pt x="3663" y="9637"/>
                  <a:pt x="3766" y="9665"/>
                  <a:pt x="3870" y="9665"/>
                </a:cubicBezTo>
                <a:cubicBezTo>
                  <a:pt x="3992" y="9665"/>
                  <a:pt x="4124" y="9627"/>
                  <a:pt x="4228" y="9552"/>
                </a:cubicBezTo>
                <a:lnTo>
                  <a:pt x="7721" y="7093"/>
                </a:lnTo>
                <a:lnTo>
                  <a:pt x="8484" y="7093"/>
                </a:lnTo>
                <a:lnTo>
                  <a:pt x="8484" y="8143"/>
                </a:lnTo>
                <a:cubicBezTo>
                  <a:pt x="8484" y="8956"/>
                  <a:pt x="9143" y="9618"/>
                  <a:pt x="9953" y="9618"/>
                </a:cubicBezTo>
                <a:lnTo>
                  <a:pt x="13785" y="9618"/>
                </a:lnTo>
                <a:lnTo>
                  <a:pt x="17278" y="12077"/>
                </a:lnTo>
                <a:cubicBezTo>
                  <a:pt x="17391" y="12152"/>
                  <a:pt x="17514" y="12190"/>
                  <a:pt x="17636" y="12190"/>
                </a:cubicBezTo>
                <a:cubicBezTo>
                  <a:pt x="17740" y="12190"/>
                  <a:pt x="17843" y="12171"/>
                  <a:pt x="17928" y="12124"/>
                </a:cubicBezTo>
                <a:cubicBezTo>
                  <a:pt x="18135" y="12011"/>
                  <a:pt x="18267" y="11793"/>
                  <a:pt x="18267" y="11557"/>
                </a:cubicBezTo>
                <a:lnTo>
                  <a:pt x="18267" y="9618"/>
                </a:lnTo>
                <a:lnTo>
                  <a:pt x="20037" y="9618"/>
                </a:lnTo>
                <a:cubicBezTo>
                  <a:pt x="20847" y="9618"/>
                  <a:pt x="21506" y="8956"/>
                  <a:pt x="21506" y="8143"/>
                </a:cubicBezTo>
                <a:lnTo>
                  <a:pt x="21506" y="4010"/>
                </a:lnTo>
                <a:cubicBezTo>
                  <a:pt x="21506" y="3196"/>
                  <a:pt x="20847" y="2535"/>
                  <a:pt x="20037" y="2535"/>
                </a:cubicBezTo>
                <a:close/>
                <a:moveTo>
                  <a:pt x="20244" y="8143"/>
                </a:moveTo>
                <a:cubicBezTo>
                  <a:pt x="20244" y="8256"/>
                  <a:pt x="20150" y="8351"/>
                  <a:pt x="20037" y="8351"/>
                </a:cubicBezTo>
                <a:lnTo>
                  <a:pt x="17636" y="8351"/>
                </a:lnTo>
                <a:cubicBezTo>
                  <a:pt x="17288" y="8351"/>
                  <a:pt x="17015" y="8634"/>
                  <a:pt x="17015" y="8984"/>
                </a:cubicBezTo>
                <a:lnTo>
                  <a:pt x="17015" y="10346"/>
                </a:lnTo>
                <a:lnTo>
                  <a:pt x="14340" y="8464"/>
                </a:lnTo>
                <a:cubicBezTo>
                  <a:pt x="14237" y="8398"/>
                  <a:pt x="14105" y="8351"/>
                  <a:pt x="13983" y="8351"/>
                </a:cubicBezTo>
                <a:lnTo>
                  <a:pt x="9953" y="8351"/>
                </a:lnTo>
                <a:cubicBezTo>
                  <a:pt x="9840" y="8351"/>
                  <a:pt x="9746" y="8256"/>
                  <a:pt x="9746" y="8143"/>
                </a:cubicBezTo>
                <a:lnTo>
                  <a:pt x="9746" y="7093"/>
                </a:lnTo>
                <a:lnTo>
                  <a:pt x="11553" y="7093"/>
                </a:lnTo>
                <a:cubicBezTo>
                  <a:pt x="12363" y="7093"/>
                  <a:pt x="13022" y="6431"/>
                  <a:pt x="13022" y="5608"/>
                </a:cubicBezTo>
                <a:lnTo>
                  <a:pt x="13022" y="3802"/>
                </a:lnTo>
                <a:lnTo>
                  <a:pt x="20037" y="3802"/>
                </a:lnTo>
                <a:cubicBezTo>
                  <a:pt x="20150" y="3802"/>
                  <a:pt x="20244" y="3896"/>
                  <a:pt x="20244" y="4010"/>
                </a:cubicBezTo>
                <a:lnTo>
                  <a:pt x="20244" y="8143"/>
                </a:lnTo>
                <a:close/>
                <a:moveTo>
                  <a:pt x="4501" y="7812"/>
                </a:moveTo>
                <a:lnTo>
                  <a:pt x="4501" y="6459"/>
                </a:lnTo>
                <a:cubicBezTo>
                  <a:pt x="4501" y="6109"/>
                  <a:pt x="4218" y="5826"/>
                  <a:pt x="3870" y="5826"/>
                </a:cubicBezTo>
                <a:lnTo>
                  <a:pt x="1469" y="5826"/>
                </a:lnTo>
                <a:cubicBezTo>
                  <a:pt x="1356" y="5826"/>
                  <a:pt x="1262" y="5731"/>
                  <a:pt x="1262" y="5608"/>
                </a:cubicBezTo>
                <a:lnTo>
                  <a:pt x="1262" y="1475"/>
                </a:lnTo>
                <a:cubicBezTo>
                  <a:pt x="1262" y="1362"/>
                  <a:pt x="1356" y="1267"/>
                  <a:pt x="1469" y="1267"/>
                </a:cubicBezTo>
                <a:lnTo>
                  <a:pt x="11553" y="1267"/>
                </a:lnTo>
                <a:cubicBezTo>
                  <a:pt x="11666" y="1267"/>
                  <a:pt x="11760" y="1362"/>
                  <a:pt x="11760" y="1475"/>
                </a:cubicBezTo>
                <a:lnTo>
                  <a:pt x="11760" y="5608"/>
                </a:lnTo>
                <a:cubicBezTo>
                  <a:pt x="11760" y="5731"/>
                  <a:pt x="11666" y="5826"/>
                  <a:pt x="11553" y="5826"/>
                </a:cubicBezTo>
                <a:lnTo>
                  <a:pt x="7523" y="5826"/>
                </a:lnTo>
                <a:cubicBezTo>
                  <a:pt x="7401" y="5826"/>
                  <a:pt x="7269" y="5863"/>
                  <a:pt x="7166" y="5939"/>
                </a:cubicBezTo>
                <a:lnTo>
                  <a:pt x="4501" y="7812"/>
                </a:lnTo>
                <a:close/>
                <a:moveTo>
                  <a:pt x="21082" y="18716"/>
                </a:moveTo>
                <a:cubicBezTo>
                  <a:pt x="20903" y="18006"/>
                  <a:pt x="20414" y="17439"/>
                  <a:pt x="19783" y="17155"/>
                </a:cubicBezTo>
                <a:cubicBezTo>
                  <a:pt x="20018" y="16796"/>
                  <a:pt x="20150" y="16361"/>
                  <a:pt x="20150" y="15907"/>
                </a:cubicBezTo>
                <a:cubicBezTo>
                  <a:pt x="20150" y="14621"/>
                  <a:pt x="19114" y="13580"/>
                  <a:pt x="17843" y="13580"/>
                </a:cubicBezTo>
                <a:cubicBezTo>
                  <a:pt x="16572" y="13580"/>
                  <a:pt x="15527" y="14621"/>
                  <a:pt x="15527" y="15907"/>
                </a:cubicBezTo>
                <a:cubicBezTo>
                  <a:pt x="15527" y="16361"/>
                  <a:pt x="15668" y="16796"/>
                  <a:pt x="15903" y="17155"/>
                </a:cubicBezTo>
                <a:cubicBezTo>
                  <a:pt x="15263" y="17439"/>
                  <a:pt x="14774" y="18006"/>
                  <a:pt x="14604" y="18716"/>
                </a:cubicBezTo>
                <a:lnTo>
                  <a:pt x="14359" y="19699"/>
                </a:lnTo>
                <a:lnTo>
                  <a:pt x="13917" y="16815"/>
                </a:lnTo>
                <a:cubicBezTo>
                  <a:pt x="13794" y="16049"/>
                  <a:pt x="13324" y="15425"/>
                  <a:pt x="12674" y="15094"/>
                </a:cubicBezTo>
                <a:cubicBezTo>
                  <a:pt x="12928" y="14725"/>
                  <a:pt x="13069" y="14280"/>
                  <a:pt x="13069" y="13798"/>
                </a:cubicBezTo>
                <a:cubicBezTo>
                  <a:pt x="13069" y="12512"/>
                  <a:pt x="12034" y="11471"/>
                  <a:pt x="10762" y="11471"/>
                </a:cubicBezTo>
                <a:cubicBezTo>
                  <a:pt x="9491" y="11471"/>
                  <a:pt x="8456" y="12512"/>
                  <a:pt x="8456" y="13798"/>
                </a:cubicBezTo>
                <a:cubicBezTo>
                  <a:pt x="8456" y="14280"/>
                  <a:pt x="8597" y="14725"/>
                  <a:pt x="8851" y="15094"/>
                </a:cubicBezTo>
                <a:cubicBezTo>
                  <a:pt x="8201" y="15425"/>
                  <a:pt x="7731" y="16049"/>
                  <a:pt x="7608" y="16815"/>
                </a:cubicBezTo>
                <a:lnTo>
                  <a:pt x="7166" y="19746"/>
                </a:lnTo>
                <a:lnTo>
                  <a:pt x="6902" y="18716"/>
                </a:lnTo>
                <a:cubicBezTo>
                  <a:pt x="6732" y="18006"/>
                  <a:pt x="6243" y="17439"/>
                  <a:pt x="5603" y="17155"/>
                </a:cubicBezTo>
                <a:cubicBezTo>
                  <a:pt x="5838" y="16796"/>
                  <a:pt x="5979" y="16370"/>
                  <a:pt x="5979" y="15907"/>
                </a:cubicBezTo>
                <a:cubicBezTo>
                  <a:pt x="5979" y="14621"/>
                  <a:pt x="4943" y="13580"/>
                  <a:pt x="3663" y="13580"/>
                </a:cubicBezTo>
                <a:cubicBezTo>
                  <a:pt x="2392" y="13580"/>
                  <a:pt x="1356" y="14621"/>
                  <a:pt x="1356" y="15907"/>
                </a:cubicBezTo>
                <a:cubicBezTo>
                  <a:pt x="1356" y="16370"/>
                  <a:pt x="1488" y="16796"/>
                  <a:pt x="1723" y="17155"/>
                </a:cubicBezTo>
                <a:cubicBezTo>
                  <a:pt x="1092" y="17439"/>
                  <a:pt x="603" y="18006"/>
                  <a:pt x="424" y="18716"/>
                </a:cubicBezTo>
                <a:lnTo>
                  <a:pt x="38" y="20285"/>
                </a:lnTo>
                <a:cubicBezTo>
                  <a:pt x="-47" y="20607"/>
                  <a:pt x="28" y="20938"/>
                  <a:pt x="226" y="21193"/>
                </a:cubicBezTo>
                <a:cubicBezTo>
                  <a:pt x="424" y="21449"/>
                  <a:pt x="725" y="21600"/>
                  <a:pt x="1055" y="21600"/>
                </a:cubicBezTo>
                <a:lnTo>
                  <a:pt x="6280" y="21600"/>
                </a:lnTo>
                <a:cubicBezTo>
                  <a:pt x="6601" y="21600"/>
                  <a:pt x="6902" y="21449"/>
                  <a:pt x="7109" y="21193"/>
                </a:cubicBezTo>
                <a:cubicBezTo>
                  <a:pt x="7137" y="21156"/>
                  <a:pt x="7166" y="21108"/>
                  <a:pt x="7194" y="21061"/>
                </a:cubicBezTo>
                <a:cubicBezTo>
                  <a:pt x="7222" y="21118"/>
                  <a:pt x="7260" y="21174"/>
                  <a:pt x="7307" y="21231"/>
                </a:cubicBezTo>
                <a:cubicBezTo>
                  <a:pt x="7505" y="21468"/>
                  <a:pt x="7796" y="21600"/>
                  <a:pt x="8098" y="21600"/>
                </a:cubicBezTo>
                <a:lnTo>
                  <a:pt x="13418" y="21600"/>
                </a:lnTo>
                <a:cubicBezTo>
                  <a:pt x="13728" y="21600"/>
                  <a:pt x="14020" y="21468"/>
                  <a:pt x="14218" y="21231"/>
                </a:cubicBezTo>
                <a:cubicBezTo>
                  <a:pt x="14256" y="21184"/>
                  <a:pt x="14293" y="21127"/>
                  <a:pt x="14322" y="21080"/>
                </a:cubicBezTo>
                <a:cubicBezTo>
                  <a:pt x="14350" y="21118"/>
                  <a:pt x="14378" y="21156"/>
                  <a:pt x="14406" y="21193"/>
                </a:cubicBezTo>
                <a:cubicBezTo>
                  <a:pt x="14604" y="21449"/>
                  <a:pt x="14905" y="21600"/>
                  <a:pt x="15226" y="21600"/>
                </a:cubicBezTo>
                <a:lnTo>
                  <a:pt x="20451" y="21600"/>
                </a:lnTo>
                <a:cubicBezTo>
                  <a:pt x="20781" y="21600"/>
                  <a:pt x="21082" y="21449"/>
                  <a:pt x="21280" y="21193"/>
                </a:cubicBezTo>
                <a:cubicBezTo>
                  <a:pt x="21478" y="20938"/>
                  <a:pt x="21553" y="20607"/>
                  <a:pt x="21468" y="20285"/>
                </a:cubicBezTo>
                <a:lnTo>
                  <a:pt x="21082" y="18716"/>
                </a:lnTo>
                <a:close/>
                <a:moveTo>
                  <a:pt x="3663" y="14848"/>
                </a:moveTo>
                <a:cubicBezTo>
                  <a:pt x="4247" y="14848"/>
                  <a:pt x="4717" y="15320"/>
                  <a:pt x="4717" y="15907"/>
                </a:cubicBezTo>
                <a:cubicBezTo>
                  <a:pt x="4717" y="16484"/>
                  <a:pt x="4247" y="16957"/>
                  <a:pt x="3663" y="16957"/>
                </a:cubicBezTo>
                <a:cubicBezTo>
                  <a:pt x="3088" y="16957"/>
                  <a:pt x="2618" y="16484"/>
                  <a:pt x="2618" y="15907"/>
                </a:cubicBezTo>
                <a:cubicBezTo>
                  <a:pt x="2618" y="15320"/>
                  <a:pt x="3088" y="14848"/>
                  <a:pt x="3663" y="14848"/>
                </a:cubicBezTo>
                <a:close/>
                <a:moveTo>
                  <a:pt x="1318" y="20333"/>
                </a:moveTo>
                <a:lnTo>
                  <a:pt x="1648" y="19018"/>
                </a:lnTo>
                <a:cubicBezTo>
                  <a:pt x="1761" y="18555"/>
                  <a:pt x="2185" y="18224"/>
                  <a:pt x="2665" y="18224"/>
                </a:cubicBezTo>
                <a:lnTo>
                  <a:pt x="4661" y="18224"/>
                </a:lnTo>
                <a:cubicBezTo>
                  <a:pt x="5151" y="18224"/>
                  <a:pt x="5565" y="18555"/>
                  <a:pt x="5687" y="19018"/>
                </a:cubicBezTo>
                <a:lnTo>
                  <a:pt x="6007" y="20333"/>
                </a:lnTo>
                <a:lnTo>
                  <a:pt x="1318" y="20333"/>
                </a:lnTo>
                <a:close/>
                <a:moveTo>
                  <a:pt x="10762" y="12739"/>
                </a:moveTo>
                <a:cubicBezTo>
                  <a:pt x="11337" y="12739"/>
                  <a:pt x="11808" y="13212"/>
                  <a:pt x="11808" y="13798"/>
                </a:cubicBezTo>
                <a:cubicBezTo>
                  <a:pt x="11808" y="14375"/>
                  <a:pt x="11337" y="14848"/>
                  <a:pt x="10762" y="14848"/>
                </a:cubicBezTo>
                <a:cubicBezTo>
                  <a:pt x="10179" y="14848"/>
                  <a:pt x="9708" y="14375"/>
                  <a:pt x="9708" y="13798"/>
                </a:cubicBezTo>
                <a:cubicBezTo>
                  <a:pt x="9708" y="13212"/>
                  <a:pt x="10179" y="12739"/>
                  <a:pt x="10762" y="12739"/>
                </a:cubicBezTo>
                <a:close/>
                <a:moveTo>
                  <a:pt x="8343" y="20333"/>
                </a:moveTo>
                <a:lnTo>
                  <a:pt x="8851" y="17013"/>
                </a:lnTo>
                <a:cubicBezTo>
                  <a:pt x="8936" y="16493"/>
                  <a:pt x="9369" y="16115"/>
                  <a:pt x="9896" y="16115"/>
                </a:cubicBezTo>
                <a:lnTo>
                  <a:pt x="11629" y="16115"/>
                </a:lnTo>
                <a:cubicBezTo>
                  <a:pt x="12156" y="16115"/>
                  <a:pt x="12589" y="16493"/>
                  <a:pt x="12674" y="17013"/>
                </a:cubicBezTo>
                <a:lnTo>
                  <a:pt x="13173" y="20333"/>
                </a:lnTo>
                <a:lnTo>
                  <a:pt x="8343" y="20333"/>
                </a:lnTo>
                <a:close/>
                <a:moveTo>
                  <a:pt x="17843" y="14848"/>
                </a:moveTo>
                <a:cubicBezTo>
                  <a:pt x="18418" y="14848"/>
                  <a:pt x="18888" y="15320"/>
                  <a:pt x="18888" y="15907"/>
                </a:cubicBezTo>
                <a:cubicBezTo>
                  <a:pt x="18888" y="16484"/>
                  <a:pt x="18418" y="16957"/>
                  <a:pt x="17843" y="16957"/>
                </a:cubicBezTo>
                <a:cubicBezTo>
                  <a:pt x="17259" y="16957"/>
                  <a:pt x="16789" y="16484"/>
                  <a:pt x="16789" y="15907"/>
                </a:cubicBezTo>
                <a:cubicBezTo>
                  <a:pt x="16789" y="15320"/>
                  <a:pt x="17259" y="14848"/>
                  <a:pt x="17843" y="14848"/>
                </a:cubicBezTo>
                <a:close/>
                <a:moveTo>
                  <a:pt x="15499" y="20333"/>
                </a:moveTo>
                <a:lnTo>
                  <a:pt x="15819" y="19018"/>
                </a:lnTo>
                <a:cubicBezTo>
                  <a:pt x="15941" y="18555"/>
                  <a:pt x="16355" y="18224"/>
                  <a:pt x="16845" y="18224"/>
                </a:cubicBezTo>
                <a:lnTo>
                  <a:pt x="18841" y="18224"/>
                </a:lnTo>
                <a:cubicBezTo>
                  <a:pt x="19321" y="18224"/>
                  <a:pt x="19745" y="18555"/>
                  <a:pt x="19858" y="19018"/>
                </a:cubicBezTo>
                <a:lnTo>
                  <a:pt x="20188" y="20333"/>
                </a:lnTo>
                <a:lnTo>
                  <a:pt x="15499" y="20333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noFill/>
                <a:latin typeface="Roboto"/>
                <a:ea typeface="Roboto"/>
                <a:cs typeface="Roboto"/>
                <a:sym typeface="Roboto"/>
              </a:defRPr>
            </a:pPr>
            <a:endParaRPr kumimoji="0" sz="1800" b="1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Roboto"/>
              <a:sym typeface="Roboto"/>
            </a:endParaRP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D9138588-BAF7-131E-0C5D-BFD566052A12}"/>
              </a:ext>
            </a:extLst>
          </p:cNvPr>
          <p:cNvSpPr/>
          <p:nvPr/>
        </p:nvSpPr>
        <p:spPr>
          <a:xfrm>
            <a:off x="10908000" y="3630641"/>
            <a:ext cx="1044000" cy="108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7" h="21546" extrusionOk="0">
                <a:moveTo>
                  <a:pt x="15399" y="9326"/>
                </a:moveTo>
                <a:cubicBezTo>
                  <a:pt x="15206" y="8618"/>
                  <a:pt x="14677" y="8061"/>
                  <a:pt x="13995" y="7778"/>
                </a:cubicBezTo>
                <a:cubicBezTo>
                  <a:pt x="14249" y="7410"/>
                  <a:pt x="14392" y="6986"/>
                  <a:pt x="14392" y="6523"/>
                </a:cubicBezTo>
                <a:cubicBezTo>
                  <a:pt x="14392" y="5249"/>
                  <a:pt x="13272" y="4211"/>
                  <a:pt x="11898" y="4211"/>
                </a:cubicBezTo>
                <a:cubicBezTo>
                  <a:pt x="10524" y="4211"/>
                  <a:pt x="9394" y="5249"/>
                  <a:pt x="9394" y="6523"/>
                </a:cubicBezTo>
                <a:cubicBezTo>
                  <a:pt x="9394" y="6986"/>
                  <a:pt x="9546" y="7410"/>
                  <a:pt x="9801" y="7778"/>
                </a:cubicBezTo>
                <a:cubicBezTo>
                  <a:pt x="9109" y="8061"/>
                  <a:pt x="8579" y="8618"/>
                  <a:pt x="8396" y="9326"/>
                </a:cubicBezTo>
                <a:lnTo>
                  <a:pt x="7969" y="10892"/>
                </a:lnTo>
                <a:cubicBezTo>
                  <a:pt x="7887" y="11213"/>
                  <a:pt x="7958" y="11543"/>
                  <a:pt x="8182" y="11798"/>
                </a:cubicBezTo>
                <a:cubicBezTo>
                  <a:pt x="8396" y="12053"/>
                  <a:pt x="8722" y="12204"/>
                  <a:pt x="9068" y="12204"/>
                </a:cubicBezTo>
                <a:lnTo>
                  <a:pt x="14717" y="12204"/>
                </a:lnTo>
                <a:cubicBezTo>
                  <a:pt x="15074" y="12204"/>
                  <a:pt x="15399" y="12053"/>
                  <a:pt x="15613" y="11798"/>
                </a:cubicBezTo>
                <a:cubicBezTo>
                  <a:pt x="15827" y="11543"/>
                  <a:pt x="15908" y="11213"/>
                  <a:pt x="15817" y="10892"/>
                </a:cubicBezTo>
                <a:lnTo>
                  <a:pt x="15399" y="9326"/>
                </a:lnTo>
                <a:close/>
                <a:moveTo>
                  <a:pt x="11898" y="5466"/>
                </a:moveTo>
                <a:cubicBezTo>
                  <a:pt x="12519" y="5466"/>
                  <a:pt x="13028" y="5938"/>
                  <a:pt x="13028" y="6523"/>
                </a:cubicBezTo>
                <a:cubicBezTo>
                  <a:pt x="13028" y="7099"/>
                  <a:pt x="12519" y="7571"/>
                  <a:pt x="11898" y="7571"/>
                </a:cubicBezTo>
                <a:cubicBezTo>
                  <a:pt x="11267" y="7571"/>
                  <a:pt x="10758" y="7099"/>
                  <a:pt x="10758" y="6523"/>
                </a:cubicBezTo>
                <a:cubicBezTo>
                  <a:pt x="10758" y="5938"/>
                  <a:pt x="11267" y="5466"/>
                  <a:pt x="11898" y="5466"/>
                </a:cubicBezTo>
                <a:close/>
                <a:moveTo>
                  <a:pt x="9363" y="10939"/>
                </a:moveTo>
                <a:lnTo>
                  <a:pt x="9709" y="9637"/>
                </a:lnTo>
                <a:cubicBezTo>
                  <a:pt x="9842" y="9165"/>
                  <a:pt x="10289" y="8835"/>
                  <a:pt x="10819" y="8835"/>
                </a:cubicBezTo>
                <a:lnTo>
                  <a:pt x="12977" y="8835"/>
                </a:lnTo>
                <a:cubicBezTo>
                  <a:pt x="13496" y="8835"/>
                  <a:pt x="13954" y="9165"/>
                  <a:pt x="14076" y="9637"/>
                </a:cubicBezTo>
                <a:lnTo>
                  <a:pt x="14432" y="10939"/>
                </a:lnTo>
                <a:lnTo>
                  <a:pt x="9363" y="10939"/>
                </a:lnTo>
                <a:close/>
                <a:moveTo>
                  <a:pt x="18606" y="2456"/>
                </a:moveTo>
                <a:cubicBezTo>
                  <a:pt x="16967" y="1041"/>
                  <a:pt x="14738" y="154"/>
                  <a:pt x="12478" y="21"/>
                </a:cubicBezTo>
                <a:cubicBezTo>
                  <a:pt x="11175" y="-54"/>
                  <a:pt x="9842" y="69"/>
                  <a:pt x="8620" y="380"/>
                </a:cubicBezTo>
                <a:cubicBezTo>
                  <a:pt x="7144" y="758"/>
                  <a:pt x="5872" y="1390"/>
                  <a:pt x="4854" y="2267"/>
                </a:cubicBezTo>
                <a:cubicBezTo>
                  <a:pt x="3052" y="3796"/>
                  <a:pt x="2126" y="5976"/>
                  <a:pt x="2085" y="8731"/>
                </a:cubicBezTo>
                <a:cubicBezTo>
                  <a:pt x="2085" y="8760"/>
                  <a:pt x="2075" y="8788"/>
                  <a:pt x="2055" y="8816"/>
                </a:cubicBezTo>
                <a:lnTo>
                  <a:pt x="192" y="12147"/>
                </a:lnTo>
                <a:cubicBezTo>
                  <a:pt x="-83" y="12647"/>
                  <a:pt x="-63" y="13223"/>
                  <a:pt x="253" y="13704"/>
                </a:cubicBezTo>
                <a:cubicBezTo>
                  <a:pt x="568" y="14176"/>
                  <a:pt x="1108" y="14459"/>
                  <a:pt x="1719" y="14459"/>
                </a:cubicBezTo>
                <a:lnTo>
                  <a:pt x="2167" y="14459"/>
                </a:lnTo>
                <a:lnTo>
                  <a:pt x="2167" y="16535"/>
                </a:lnTo>
                <a:cubicBezTo>
                  <a:pt x="2167" y="17819"/>
                  <a:pt x="3286" y="18857"/>
                  <a:pt x="4671" y="18857"/>
                </a:cubicBezTo>
                <a:lnTo>
                  <a:pt x="6961" y="18857"/>
                </a:lnTo>
                <a:lnTo>
                  <a:pt x="6961" y="20914"/>
                </a:lnTo>
                <a:cubicBezTo>
                  <a:pt x="6961" y="21263"/>
                  <a:pt x="7266" y="21546"/>
                  <a:pt x="7643" y="21546"/>
                </a:cubicBezTo>
                <a:lnTo>
                  <a:pt x="16916" y="21546"/>
                </a:lnTo>
                <a:cubicBezTo>
                  <a:pt x="17293" y="21546"/>
                  <a:pt x="17598" y="21263"/>
                  <a:pt x="17598" y="20914"/>
                </a:cubicBezTo>
                <a:lnTo>
                  <a:pt x="17598" y="16771"/>
                </a:lnTo>
                <a:cubicBezTo>
                  <a:pt x="18514" y="16120"/>
                  <a:pt x="21517" y="13629"/>
                  <a:pt x="21517" y="8929"/>
                </a:cubicBezTo>
                <a:cubicBezTo>
                  <a:pt x="21517" y="6344"/>
                  <a:pt x="20509" y="4107"/>
                  <a:pt x="18606" y="2456"/>
                </a:cubicBezTo>
                <a:close/>
                <a:moveTo>
                  <a:pt x="16763" y="15771"/>
                </a:moveTo>
                <a:cubicBezTo>
                  <a:pt x="16427" y="16007"/>
                  <a:pt x="16234" y="16384"/>
                  <a:pt x="16234" y="16771"/>
                </a:cubicBezTo>
                <a:lnTo>
                  <a:pt x="16234" y="20282"/>
                </a:lnTo>
                <a:lnTo>
                  <a:pt x="8325" y="20282"/>
                </a:lnTo>
                <a:lnTo>
                  <a:pt x="8325" y="18847"/>
                </a:lnTo>
                <a:cubicBezTo>
                  <a:pt x="8325" y="18158"/>
                  <a:pt x="7714" y="17592"/>
                  <a:pt x="6971" y="17592"/>
                </a:cubicBezTo>
                <a:lnTo>
                  <a:pt x="4671" y="17592"/>
                </a:lnTo>
                <a:cubicBezTo>
                  <a:pt x="4040" y="17592"/>
                  <a:pt x="3531" y="17120"/>
                  <a:pt x="3531" y="16535"/>
                </a:cubicBezTo>
                <a:lnTo>
                  <a:pt x="3531" y="13827"/>
                </a:lnTo>
                <a:cubicBezTo>
                  <a:pt x="3531" y="13478"/>
                  <a:pt x="3225" y="13204"/>
                  <a:pt x="2849" y="13204"/>
                </a:cubicBezTo>
                <a:lnTo>
                  <a:pt x="1719" y="13204"/>
                </a:lnTo>
                <a:cubicBezTo>
                  <a:pt x="1535" y="13204"/>
                  <a:pt x="1444" y="13091"/>
                  <a:pt x="1413" y="13044"/>
                </a:cubicBezTo>
                <a:cubicBezTo>
                  <a:pt x="1383" y="12997"/>
                  <a:pt x="1322" y="12874"/>
                  <a:pt x="1403" y="12732"/>
                </a:cubicBezTo>
                <a:lnTo>
                  <a:pt x="3266" y="9401"/>
                </a:lnTo>
                <a:cubicBezTo>
                  <a:pt x="3378" y="9194"/>
                  <a:pt x="3439" y="8977"/>
                  <a:pt x="3449" y="8750"/>
                </a:cubicBezTo>
                <a:cubicBezTo>
                  <a:pt x="3480" y="6353"/>
                  <a:pt x="4263" y="4475"/>
                  <a:pt x="5770" y="3192"/>
                </a:cubicBezTo>
                <a:cubicBezTo>
                  <a:pt x="6635" y="2456"/>
                  <a:pt x="7714" y="1918"/>
                  <a:pt x="8987" y="1597"/>
                </a:cubicBezTo>
                <a:cubicBezTo>
                  <a:pt x="10351" y="1248"/>
                  <a:pt x="11592" y="1229"/>
                  <a:pt x="12397" y="1286"/>
                </a:cubicBezTo>
                <a:cubicBezTo>
                  <a:pt x="14341" y="1399"/>
                  <a:pt x="16265" y="2164"/>
                  <a:pt x="17669" y="3381"/>
                </a:cubicBezTo>
                <a:cubicBezTo>
                  <a:pt x="19298" y="4787"/>
                  <a:pt x="20153" y="6702"/>
                  <a:pt x="20153" y="8929"/>
                </a:cubicBezTo>
                <a:cubicBezTo>
                  <a:pt x="20153" y="13053"/>
                  <a:pt x="17557" y="15214"/>
                  <a:pt x="16763" y="1577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noFill/>
                <a:latin typeface="Roboto"/>
                <a:ea typeface="Roboto"/>
                <a:cs typeface="Roboto"/>
                <a:sym typeface="Roboto"/>
              </a:defRPr>
            </a:pPr>
            <a:endParaRPr kumimoji="0" sz="18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Roboto"/>
              <a:sym typeface="Roboto"/>
            </a:endParaRPr>
          </a:p>
        </p:txBody>
      </p:sp>
      <p:sp>
        <p:nvSpPr>
          <p:cNvPr id="37" name="Freeform 15">
            <a:extLst>
              <a:ext uri="{FF2B5EF4-FFF2-40B4-BE49-F238E27FC236}">
                <a16:creationId xmlns:a16="http://schemas.microsoft.com/office/drawing/2014/main" id="{BACF65DD-6A84-9910-CD83-C3E19DD237B0}"/>
              </a:ext>
            </a:extLst>
          </p:cNvPr>
          <p:cNvSpPr/>
          <p:nvPr/>
        </p:nvSpPr>
        <p:spPr>
          <a:xfrm>
            <a:off x="10908000" y="2074873"/>
            <a:ext cx="1044000" cy="108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3" h="21600" extrusionOk="0">
                <a:moveTo>
                  <a:pt x="16934" y="14384"/>
                </a:moveTo>
                <a:lnTo>
                  <a:pt x="10738" y="14384"/>
                </a:lnTo>
                <a:cubicBezTo>
                  <a:pt x="10389" y="14384"/>
                  <a:pt x="10106" y="14668"/>
                  <a:pt x="10106" y="15018"/>
                </a:cubicBezTo>
                <a:cubicBezTo>
                  <a:pt x="10106" y="15368"/>
                  <a:pt x="10389" y="15651"/>
                  <a:pt x="10738" y="15651"/>
                </a:cubicBezTo>
                <a:lnTo>
                  <a:pt x="16934" y="15651"/>
                </a:lnTo>
                <a:cubicBezTo>
                  <a:pt x="17284" y="15651"/>
                  <a:pt x="17567" y="15368"/>
                  <a:pt x="17567" y="15018"/>
                </a:cubicBezTo>
                <a:cubicBezTo>
                  <a:pt x="17567" y="14668"/>
                  <a:pt x="17284" y="14384"/>
                  <a:pt x="16934" y="14384"/>
                </a:cubicBezTo>
                <a:close/>
                <a:moveTo>
                  <a:pt x="16934" y="11859"/>
                </a:moveTo>
                <a:lnTo>
                  <a:pt x="10738" y="11859"/>
                </a:lnTo>
                <a:cubicBezTo>
                  <a:pt x="10389" y="11859"/>
                  <a:pt x="10106" y="12143"/>
                  <a:pt x="10106" y="12493"/>
                </a:cubicBezTo>
                <a:cubicBezTo>
                  <a:pt x="10106" y="12843"/>
                  <a:pt x="10389" y="13126"/>
                  <a:pt x="10738" y="13126"/>
                </a:cubicBezTo>
                <a:lnTo>
                  <a:pt x="16934" y="13126"/>
                </a:lnTo>
                <a:cubicBezTo>
                  <a:pt x="17284" y="13126"/>
                  <a:pt x="17567" y="12843"/>
                  <a:pt x="17567" y="12493"/>
                </a:cubicBezTo>
                <a:cubicBezTo>
                  <a:pt x="17567" y="12143"/>
                  <a:pt x="17284" y="11859"/>
                  <a:pt x="16934" y="11859"/>
                </a:cubicBezTo>
                <a:close/>
                <a:moveTo>
                  <a:pt x="10738" y="10592"/>
                </a:moveTo>
                <a:lnTo>
                  <a:pt x="13137" y="10592"/>
                </a:lnTo>
                <a:cubicBezTo>
                  <a:pt x="13487" y="10592"/>
                  <a:pt x="13770" y="10308"/>
                  <a:pt x="13770" y="9958"/>
                </a:cubicBezTo>
                <a:cubicBezTo>
                  <a:pt x="13770" y="9608"/>
                  <a:pt x="13487" y="9325"/>
                  <a:pt x="13137" y="9325"/>
                </a:cubicBezTo>
                <a:lnTo>
                  <a:pt x="10738" y="9325"/>
                </a:lnTo>
                <a:cubicBezTo>
                  <a:pt x="10389" y="9325"/>
                  <a:pt x="10106" y="9608"/>
                  <a:pt x="10106" y="9958"/>
                </a:cubicBezTo>
                <a:cubicBezTo>
                  <a:pt x="10106" y="10308"/>
                  <a:pt x="10389" y="10592"/>
                  <a:pt x="10738" y="10592"/>
                </a:cubicBezTo>
                <a:close/>
                <a:moveTo>
                  <a:pt x="19579" y="17770"/>
                </a:moveTo>
                <a:cubicBezTo>
                  <a:pt x="20844" y="16361"/>
                  <a:pt x="21553" y="14554"/>
                  <a:pt x="21562" y="12654"/>
                </a:cubicBezTo>
                <a:cubicBezTo>
                  <a:pt x="21581" y="10582"/>
                  <a:pt x="20778" y="8625"/>
                  <a:pt x="19314" y="7150"/>
                </a:cubicBezTo>
                <a:cubicBezTo>
                  <a:pt x="18115" y="5930"/>
                  <a:pt x="16585" y="5173"/>
                  <a:pt x="14932" y="4937"/>
                </a:cubicBezTo>
                <a:cubicBezTo>
                  <a:pt x="14545" y="3934"/>
                  <a:pt x="13950" y="3026"/>
                  <a:pt x="13166" y="2251"/>
                </a:cubicBezTo>
                <a:cubicBezTo>
                  <a:pt x="11711" y="804"/>
                  <a:pt x="9785" y="0"/>
                  <a:pt x="7726" y="0"/>
                </a:cubicBezTo>
                <a:cubicBezTo>
                  <a:pt x="5657" y="0"/>
                  <a:pt x="3712" y="813"/>
                  <a:pt x="2248" y="2298"/>
                </a:cubicBezTo>
                <a:cubicBezTo>
                  <a:pt x="784" y="3773"/>
                  <a:pt x="-19" y="5731"/>
                  <a:pt x="0" y="7802"/>
                </a:cubicBezTo>
                <a:cubicBezTo>
                  <a:pt x="9" y="9703"/>
                  <a:pt x="718" y="11509"/>
                  <a:pt x="1983" y="12918"/>
                </a:cubicBezTo>
                <a:lnTo>
                  <a:pt x="1719" y="15585"/>
                </a:lnTo>
                <a:cubicBezTo>
                  <a:pt x="1681" y="15982"/>
                  <a:pt x="1860" y="16361"/>
                  <a:pt x="2191" y="16578"/>
                </a:cubicBezTo>
                <a:cubicBezTo>
                  <a:pt x="2371" y="16692"/>
                  <a:pt x="2569" y="16749"/>
                  <a:pt x="2767" y="16749"/>
                </a:cubicBezTo>
                <a:cubicBezTo>
                  <a:pt x="2947" y="16749"/>
                  <a:pt x="3126" y="16701"/>
                  <a:pt x="3287" y="16616"/>
                </a:cubicBezTo>
                <a:lnTo>
                  <a:pt x="5761" y="15226"/>
                </a:lnTo>
                <a:cubicBezTo>
                  <a:pt x="6044" y="15302"/>
                  <a:pt x="6337" y="15368"/>
                  <a:pt x="6630" y="15406"/>
                </a:cubicBezTo>
                <a:cubicBezTo>
                  <a:pt x="6998" y="16342"/>
                  <a:pt x="7546" y="17202"/>
                  <a:pt x="8264" y="17950"/>
                </a:cubicBezTo>
                <a:cubicBezTo>
                  <a:pt x="9662" y="19415"/>
                  <a:pt x="11551" y="20267"/>
                  <a:pt x="13572" y="20333"/>
                </a:cubicBezTo>
                <a:cubicBezTo>
                  <a:pt x="14327" y="20352"/>
                  <a:pt x="15083" y="20276"/>
                  <a:pt x="15810" y="20077"/>
                </a:cubicBezTo>
                <a:lnTo>
                  <a:pt x="18275" y="21468"/>
                </a:lnTo>
                <a:cubicBezTo>
                  <a:pt x="18436" y="21553"/>
                  <a:pt x="18615" y="21600"/>
                  <a:pt x="18795" y="21600"/>
                </a:cubicBezTo>
                <a:cubicBezTo>
                  <a:pt x="18993" y="21600"/>
                  <a:pt x="19191" y="21543"/>
                  <a:pt x="19371" y="21430"/>
                </a:cubicBezTo>
                <a:cubicBezTo>
                  <a:pt x="19702" y="21212"/>
                  <a:pt x="19881" y="20834"/>
                  <a:pt x="19843" y="20437"/>
                </a:cubicBezTo>
                <a:lnTo>
                  <a:pt x="19579" y="17770"/>
                </a:lnTo>
                <a:close/>
                <a:moveTo>
                  <a:pt x="18294" y="17609"/>
                </a:moveTo>
                <a:lnTo>
                  <a:pt x="18540" y="20163"/>
                </a:lnTo>
                <a:lnTo>
                  <a:pt x="16198" y="18848"/>
                </a:lnTo>
                <a:cubicBezTo>
                  <a:pt x="16103" y="18791"/>
                  <a:pt x="15990" y="18772"/>
                  <a:pt x="15886" y="18772"/>
                </a:cubicBezTo>
                <a:cubicBezTo>
                  <a:pt x="15829" y="18772"/>
                  <a:pt x="15763" y="18772"/>
                  <a:pt x="15706" y="18791"/>
                </a:cubicBezTo>
                <a:cubicBezTo>
                  <a:pt x="15026" y="18999"/>
                  <a:pt x="14327" y="19094"/>
                  <a:pt x="13619" y="19065"/>
                </a:cubicBezTo>
                <a:cubicBezTo>
                  <a:pt x="11929" y="19009"/>
                  <a:pt x="10351" y="18299"/>
                  <a:pt x="9171" y="17070"/>
                </a:cubicBezTo>
                <a:cubicBezTo>
                  <a:pt x="8000" y="15841"/>
                  <a:pt x="7357" y="14233"/>
                  <a:pt x="7367" y="12540"/>
                </a:cubicBezTo>
                <a:cubicBezTo>
                  <a:pt x="7386" y="10819"/>
                  <a:pt x="8066" y="9211"/>
                  <a:pt x="9284" y="8001"/>
                </a:cubicBezTo>
                <a:cubicBezTo>
                  <a:pt x="10502" y="6790"/>
                  <a:pt x="12117" y="6119"/>
                  <a:pt x="13836" y="6119"/>
                </a:cubicBezTo>
                <a:cubicBezTo>
                  <a:pt x="15565" y="6119"/>
                  <a:pt x="17199" y="6800"/>
                  <a:pt x="18417" y="8039"/>
                </a:cubicBezTo>
                <a:cubicBezTo>
                  <a:pt x="19645" y="9277"/>
                  <a:pt x="20315" y="10913"/>
                  <a:pt x="20297" y="12644"/>
                </a:cubicBezTo>
                <a:cubicBezTo>
                  <a:pt x="20287" y="14318"/>
                  <a:pt x="19635" y="15907"/>
                  <a:pt x="18474" y="17108"/>
                </a:cubicBezTo>
                <a:cubicBezTo>
                  <a:pt x="18341" y="17240"/>
                  <a:pt x="18275" y="17429"/>
                  <a:pt x="18294" y="17609"/>
                </a:cubicBezTo>
                <a:close/>
                <a:moveTo>
                  <a:pt x="5364" y="13996"/>
                </a:moveTo>
                <a:lnTo>
                  <a:pt x="3022" y="15311"/>
                </a:lnTo>
                <a:lnTo>
                  <a:pt x="3268" y="12758"/>
                </a:lnTo>
                <a:cubicBezTo>
                  <a:pt x="3287" y="12578"/>
                  <a:pt x="3221" y="12389"/>
                  <a:pt x="3088" y="12256"/>
                </a:cubicBezTo>
                <a:cubicBezTo>
                  <a:pt x="1927" y="11055"/>
                  <a:pt x="1275" y="9467"/>
                  <a:pt x="1265" y="7793"/>
                </a:cubicBezTo>
                <a:cubicBezTo>
                  <a:pt x="1247" y="6062"/>
                  <a:pt x="1917" y="4426"/>
                  <a:pt x="3145" y="3187"/>
                </a:cubicBezTo>
                <a:cubicBezTo>
                  <a:pt x="4363" y="1948"/>
                  <a:pt x="5997" y="1267"/>
                  <a:pt x="7726" y="1267"/>
                </a:cubicBezTo>
                <a:cubicBezTo>
                  <a:pt x="9445" y="1267"/>
                  <a:pt x="11060" y="1939"/>
                  <a:pt x="12278" y="3149"/>
                </a:cubicBezTo>
                <a:cubicBezTo>
                  <a:pt x="12788" y="3660"/>
                  <a:pt x="13213" y="4237"/>
                  <a:pt x="13525" y="4861"/>
                </a:cubicBezTo>
                <a:cubicBezTo>
                  <a:pt x="11589" y="4937"/>
                  <a:pt x="9775" y="5731"/>
                  <a:pt x="8396" y="7102"/>
                </a:cubicBezTo>
                <a:cubicBezTo>
                  <a:pt x="6932" y="8549"/>
                  <a:pt x="6120" y="10478"/>
                  <a:pt x="6111" y="12531"/>
                </a:cubicBezTo>
                <a:cubicBezTo>
                  <a:pt x="6101" y="13041"/>
                  <a:pt x="6148" y="13552"/>
                  <a:pt x="6243" y="14044"/>
                </a:cubicBezTo>
                <a:cubicBezTo>
                  <a:pt x="6111" y="14015"/>
                  <a:pt x="5988" y="13978"/>
                  <a:pt x="5856" y="13940"/>
                </a:cubicBezTo>
                <a:cubicBezTo>
                  <a:pt x="5695" y="13892"/>
                  <a:pt x="5516" y="13911"/>
                  <a:pt x="5364" y="13996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noFill/>
                <a:latin typeface="Roboto"/>
                <a:ea typeface="Roboto"/>
                <a:cs typeface="Roboto"/>
                <a:sym typeface="Roboto"/>
              </a:defRPr>
            </a:pPr>
            <a:endParaRPr kumimoji="0" sz="1800" b="1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Roboto"/>
              <a:sym typeface="Roboto"/>
            </a:endParaRPr>
          </a:p>
        </p:txBody>
      </p:sp>
      <p:sp>
        <p:nvSpPr>
          <p:cNvPr id="44" name="Freeform 19">
            <a:extLst>
              <a:ext uri="{FF2B5EF4-FFF2-40B4-BE49-F238E27FC236}">
                <a16:creationId xmlns:a16="http://schemas.microsoft.com/office/drawing/2014/main" id="{49119D0A-0ECD-51A6-B8E9-1925907472F8}"/>
              </a:ext>
            </a:extLst>
          </p:cNvPr>
          <p:cNvSpPr/>
          <p:nvPr/>
        </p:nvSpPr>
        <p:spPr>
          <a:xfrm>
            <a:off x="10908000" y="5244320"/>
            <a:ext cx="1044000" cy="108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540" y="16068"/>
                </a:moveTo>
                <a:lnTo>
                  <a:pt x="5627" y="17524"/>
                </a:lnTo>
                <a:lnTo>
                  <a:pt x="5180" y="17184"/>
                </a:lnTo>
                <a:cubicBezTo>
                  <a:pt x="4857" y="16928"/>
                  <a:pt x="4322" y="16928"/>
                  <a:pt x="4000" y="17184"/>
                </a:cubicBezTo>
                <a:cubicBezTo>
                  <a:pt x="3677" y="17429"/>
                  <a:pt x="3677" y="17827"/>
                  <a:pt x="4000" y="18073"/>
                </a:cubicBezTo>
                <a:lnTo>
                  <a:pt x="5043" y="18867"/>
                </a:lnTo>
                <a:cubicBezTo>
                  <a:pt x="5204" y="18990"/>
                  <a:pt x="5416" y="19047"/>
                  <a:pt x="5627" y="19047"/>
                </a:cubicBezTo>
                <a:cubicBezTo>
                  <a:pt x="5838" y="19047"/>
                  <a:pt x="6049" y="18990"/>
                  <a:pt x="6223" y="18867"/>
                </a:cubicBezTo>
                <a:lnTo>
                  <a:pt x="8719" y="16957"/>
                </a:lnTo>
                <a:cubicBezTo>
                  <a:pt x="9042" y="16711"/>
                  <a:pt x="9042" y="16313"/>
                  <a:pt x="8719" y="16068"/>
                </a:cubicBezTo>
                <a:cubicBezTo>
                  <a:pt x="8397" y="15822"/>
                  <a:pt x="7875" y="15822"/>
                  <a:pt x="7540" y="16068"/>
                </a:cubicBezTo>
                <a:close/>
                <a:moveTo>
                  <a:pt x="7540" y="11850"/>
                </a:moveTo>
                <a:lnTo>
                  <a:pt x="5627" y="13306"/>
                </a:lnTo>
                <a:lnTo>
                  <a:pt x="5180" y="12966"/>
                </a:lnTo>
                <a:cubicBezTo>
                  <a:pt x="4857" y="12720"/>
                  <a:pt x="4322" y="12720"/>
                  <a:pt x="4000" y="12966"/>
                </a:cubicBezTo>
                <a:cubicBezTo>
                  <a:pt x="3677" y="13212"/>
                  <a:pt x="3677" y="13609"/>
                  <a:pt x="4000" y="13855"/>
                </a:cubicBezTo>
                <a:lnTo>
                  <a:pt x="5043" y="14649"/>
                </a:lnTo>
                <a:cubicBezTo>
                  <a:pt x="5204" y="14772"/>
                  <a:pt x="5416" y="14838"/>
                  <a:pt x="5627" y="14838"/>
                </a:cubicBezTo>
                <a:cubicBezTo>
                  <a:pt x="5838" y="14838"/>
                  <a:pt x="6049" y="14772"/>
                  <a:pt x="6223" y="14649"/>
                </a:cubicBezTo>
                <a:lnTo>
                  <a:pt x="8719" y="12739"/>
                </a:lnTo>
                <a:cubicBezTo>
                  <a:pt x="9042" y="12493"/>
                  <a:pt x="9042" y="12096"/>
                  <a:pt x="8719" y="11850"/>
                </a:cubicBezTo>
                <a:cubicBezTo>
                  <a:pt x="8397" y="11604"/>
                  <a:pt x="7875" y="11604"/>
                  <a:pt x="7540" y="11850"/>
                </a:cubicBezTo>
                <a:close/>
                <a:moveTo>
                  <a:pt x="7540" y="7310"/>
                </a:moveTo>
                <a:lnTo>
                  <a:pt x="5627" y="8767"/>
                </a:lnTo>
                <a:lnTo>
                  <a:pt x="5180" y="8426"/>
                </a:lnTo>
                <a:cubicBezTo>
                  <a:pt x="4857" y="8171"/>
                  <a:pt x="4322" y="8171"/>
                  <a:pt x="4000" y="8426"/>
                </a:cubicBezTo>
                <a:cubicBezTo>
                  <a:pt x="3677" y="8672"/>
                  <a:pt x="3677" y="9069"/>
                  <a:pt x="4000" y="9315"/>
                </a:cubicBezTo>
                <a:lnTo>
                  <a:pt x="5043" y="10110"/>
                </a:lnTo>
                <a:cubicBezTo>
                  <a:pt x="5204" y="10233"/>
                  <a:pt x="5416" y="10289"/>
                  <a:pt x="5627" y="10289"/>
                </a:cubicBezTo>
                <a:cubicBezTo>
                  <a:pt x="5838" y="10289"/>
                  <a:pt x="6049" y="10233"/>
                  <a:pt x="6223" y="10110"/>
                </a:cubicBezTo>
                <a:lnTo>
                  <a:pt x="8719" y="8199"/>
                </a:lnTo>
                <a:cubicBezTo>
                  <a:pt x="9042" y="7953"/>
                  <a:pt x="9042" y="7556"/>
                  <a:pt x="8719" y="7310"/>
                </a:cubicBezTo>
                <a:cubicBezTo>
                  <a:pt x="8397" y="7064"/>
                  <a:pt x="7875" y="7064"/>
                  <a:pt x="7540" y="7310"/>
                </a:cubicBezTo>
                <a:close/>
                <a:moveTo>
                  <a:pt x="17004" y="16834"/>
                </a:moveTo>
                <a:lnTo>
                  <a:pt x="11688" y="16834"/>
                </a:lnTo>
                <a:cubicBezTo>
                  <a:pt x="11229" y="16834"/>
                  <a:pt x="10856" y="17117"/>
                  <a:pt x="10856" y="17467"/>
                </a:cubicBezTo>
                <a:cubicBezTo>
                  <a:pt x="10856" y="17817"/>
                  <a:pt x="11229" y="18101"/>
                  <a:pt x="11688" y="18101"/>
                </a:cubicBezTo>
                <a:lnTo>
                  <a:pt x="17004" y="18101"/>
                </a:lnTo>
                <a:cubicBezTo>
                  <a:pt x="17464" y="18101"/>
                  <a:pt x="17836" y="17817"/>
                  <a:pt x="17836" y="17467"/>
                </a:cubicBezTo>
                <a:cubicBezTo>
                  <a:pt x="17836" y="17117"/>
                  <a:pt x="17464" y="16834"/>
                  <a:pt x="17004" y="16834"/>
                </a:cubicBezTo>
                <a:close/>
                <a:moveTo>
                  <a:pt x="11688" y="13883"/>
                </a:moveTo>
                <a:lnTo>
                  <a:pt x="16979" y="13883"/>
                </a:lnTo>
                <a:cubicBezTo>
                  <a:pt x="17439" y="13883"/>
                  <a:pt x="17812" y="13599"/>
                  <a:pt x="17812" y="13249"/>
                </a:cubicBezTo>
                <a:cubicBezTo>
                  <a:pt x="17812" y="12899"/>
                  <a:pt x="17439" y="12616"/>
                  <a:pt x="16979" y="12616"/>
                </a:cubicBezTo>
                <a:lnTo>
                  <a:pt x="11688" y="12616"/>
                </a:lnTo>
                <a:cubicBezTo>
                  <a:pt x="11229" y="12616"/>
                  <a:pt x="10856" y="12899"/>
                  <a:pt x="10856" y="13249"/>
                </a:cubicBezTo>
                <a:cubicBezTo>
                  <a:pt x="10856" y="13599"/>
                  <a:pt x="11229" y="13883"/>
                  <a:pt x="11688" y="13883"/>
                </a:cubicBezTo>
                <a:close/>
                <a:moveTo>
                  <a:pt x="11688" y="9665"/>
                </a:moveTo>
                <a:lnTo>
                  <a:pt x="16979" y="9665"/>
                </a:lnTo>
                <a:cubicBezTo>
                  <a:pt x="17439" y="9665"/>
                  <a:pt x="17812" y="9381"/>
                  <a:pt x="17812" y="9032"/>
                </a:cubicBezTo>
                <a:cubicBezTo>
                  <a:pt x="17812" y="8682"/>
                  <a:pt x="17439" y="8398"/>
                  <a:pt x="16979" y="8398"/>
                </a:cubicBezTo>
                <a:lnTo>
                  <a:pt x="11688" y="8398"/>
                </a:lnTo>
                <a:cubicBezTo>
                  <a:pt x="11229" y="8398"/>
                  <a:pt x="10856" y="8682"/>
                  <a:pt x="10856" y="9032"/>
                </a:cubicBezTo>
                <a:cubicBezTo>
                  <a:pt x="10856" y="9381"/>
                  <a:pt x="11229" y="9665"/>
                  <a:pt x="11688" y="9665"/>
                </a:cubicBezTo>
                <a:close/>
                <a:moveTo>
                  <a:pt x="21029" y="5003"/>
                </a:moveTo>
                <a:lnTo>
                  <a:pt x="15029" y="435"/>
                </a:lnTo>
                <a:cubicBezTo>
                  <a:pt x="14669" y="161"/>
                  <a:pt x="14185" y="0"/>
                  <a:pt x="13663" y="0"/>
                </a:cubicBezTo>
                <a:lnTo>
                  <a:pt x="1938" y="0"/>
                </a:lnTo>
                <a:cubicBezTo>
                  <a:pt x="869" y="0"/>
                  <a:pt x="0" y="671"/>
                  <a:pt x="0" y="1485"/>
                </a:cubicBezTo>
                <a:lnTo>
                  <a:pt x="0" y="20125"/>
                </a:lnTo>
                <a:cubicBezTo>
                  <a:pt x="0" y="20938"/>
                  <a:pt x="869" y="21600"/>
                  <a:pt x="1938" y="21600"/>
                </a:cubicBezTo>
                <a:lnTo>
                  <a:pt x="19662" y="21600"/>
                </a:lnTo>
                <a:cubicBezTo>
                  <a:pt x="20731" y="21600"/>
                  <a:pt x="21600" y="20938"/>
                  <a:pt x="21600" y="20125"/>
                </a:cubicBezTo>
                <a:lnTo>
                  <a:pt x="21600" y="6043"/>
                </a:lnTo>
                <a:cubicBezTo>
                  <a:pt x="21600" y="5655"/>
                  <a:pt x="21401" y="5287"/>
                  <a:pt x="21029" y="5003"/>
                </a:cubicBezTo>
                <a:close/>
                <a:moveTo>
                  <a:pt x="18768" y="5069"/>
                </a:moveTo>
                <a:lnTo>
                  <a:pt x="15228" y="5069"/>
                </a:lnTo>
                <a:cubicBezTo>
                  <a:pt x="15079" y="5069"/>
                  <a:pt x="14955" y="4974"/>
                  <a:pt x="14955" y="4851"/>
                </a:cubicBezTo>
                <a:lnTo>
                  <a:pt x="14955" y="2166"/>
                </a:lnTo>
                <a:lnTo>
                  <a:pt x="18768" y="5069"/>
                </a:lnTo>
                <a:close/>
                <a:moveTo>
                  <a:pt x="19662" y="20333"/>
                </a:moveTo>
                <a:lnTo>
                  <a:pt x="1938" y="20333"/>
                </a:lnTo>
                <a:cubicBezTo>
                  <a:pt x="1789" y="20333"/>
                  <a:pt x="1664" y="20238"/>
                  <a:pt x="1664" y="20125"/>
                </a:cubicBezTo>
                <a:lnTo>
                  <a:pt x="1664" y="1485"/>
                </a:lnTo>
                <a:cubicBezTo>
                  <a:pt x="1664" y="1362"/>
                  <a:pt x="1789" y="1267"/>
                  <a:pt x="1938" y="1267"/>
                </a:cubicBezTo>
                <a:lnTo>
                  <a:pt x="13290" y="1267"/>
                </a:lnTo>
                <a:lnTo>
                  <a:pt x="13290" y="4851"/>
                </a:lnTo>
                <a:cubicBezTo>
                  <a:pt x="13290" y="5665"/>
                  <a:pt x="14160" y="6327"/>
                  <a:pt x="15228" y="6327"/>
                </a:cubicBezTo>
                <a:lnTo>
                  <a:pt x="19936" y="6327"/>
                </a:lnTo>
                <a:lnTo>
                  <a:pt x="19936" y="20125"/>
                </a:lnTo>
                <a:cubicBezTo>
                  <a:pt x="19936" y="20238"/>
                  <a:pt x="19811" y="20333"/>
                  <a:pt x="19662" y="20333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noFill/>
                <a:latin typeface="Roboto"/>
                <a:ea typeface="Roboto"/>
                <a:cs typeface="Roboto"/>
                <a:sym typeface="Roboto"/>
              </a:defRPr>
            </a:pPr>
            <a:endParaRPr kumimoji="0" sz="18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61399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85821" y="1734315"/>
            <a:ext cx="10241955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Mobile systems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refer to the technology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infrastructure that enable communication and computing on portable devices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such as smartphones, tablets, smartwatches, and other handheld devices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These systems have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revolutionized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the way we communicate, access information, and perform various tasks on the go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Mobile systems refer to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computing platforms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applications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technologies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designed for use on mobile devices, such as smartphones, tablets, and wearables.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7822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Larken-Medium" panose="00000600000000000000" pitchFamily="2" charset="0"/>
              </a:rPr>
              <a:t>Mobile systems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077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85821" y="1734315"/>
            <a:ext cx="10241955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history of mobile systems dates back to the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early 20th century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when wireless communication technologies started to emerge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first mobile communication systems were primarily used for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voice calls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were limited in terms of coverage and capacity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Over the years, advancements in technology led to the development of more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sophisticated mobile systems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capable of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supporting data transmission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multimedia services, and internet connectivity.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7822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Larken-Medium" panose="00000600000000000000" pitchFamily="2" charset="0"/>
              </a:rPr>
              <a:t>History of Mobile Systems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61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7822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Larken-Medium" panose="00000600000000000000" pitchFamily="2" charset="0"/>
              </a:rPr>
              <a:t>History of Mobile Systems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9385" b="10967"/>
          <a:stretch/>
        </p:blipFill>
        <p:spPr>
          <a:xfrm>
            <a:off x="1184810" y="2074988"/>
            <a:ext cx="9831952" cy="370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0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85821" y="1734315"/>
            <a:ext cx="10241955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Mobile systems rely on a combination of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components to enable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communication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computing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hardware components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include mobile devices (e.g., smartphones, tablets) equipped with processors, memory, storage, and wireless communication modules.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software components consist of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operating systems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specifically designed for mobile devices, such as Android and iOS, which provide the 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ecessary interface and functionality for users to interact with their devices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7822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Larken-Medium" panose="00000600000000000000" pitchFamily="2" charset="0"/>
              </a:rPr>
              <a:t>How Mobile Systems Work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442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85821" y="1734315"/>
            <a:ext cx="10241955" cy="24006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Mobile systems utilize various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wireless communication technologies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such as cellular networks, Wi-Fi, Bluetooth, and satellite systems, to establish connections and transmit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These technologies enable users to make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voice calls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send text messages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access the internet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use mobile applications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perform a wide range of tasks.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7822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Larken-Medium" panose="00000600000000000000" pitchFamily="2" charset="0"/>
              </a:rPr>
              <a:t>How Mobile Systems Work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37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7822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Larken-Medium" panose="00000600000000000000" pitchFamily="2" charset="0"/>
              </a:rPr>
              <a:t>How Mobile Systems Work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741" y="182308"/>
            <a:ext cx="4460631" cy="656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53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85821" y="1734315"/>
            <a:ext cx="10241955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Smartphones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Tablets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Smartwatches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Other Mobile Devices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e-readers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portable gaming consoles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specialized devices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used in industries like healthcare and logistics. 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7822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Larken-Medium" panose="00000600000000000000" pitchFamily="2" charset="0"/>
              </a:rPr>
              <a:t>Mobile Devices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93" y="4697657"/>
            <a:ext cx="2428875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024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85821" y="1734315"/>
            <a:ext cx="10241955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iOS: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Developed by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for iPhones and iPads, iOS provides a secure and controlled environment. It is known for its user-friendly interface and seamless integration with Apple's ecosystem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Android: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Developed by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Google, Android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an open-source operating system used by a variety of manufacturers. It offers customization options and a wide range of applications through the Google Play Store.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7822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Larken-Medium" panose="00000600000000000000" pitchFamily="2" charset="0"/>
              </a:rPr>
              <a:t>Operating Systems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4121467"/>
            <a:ext cx="5111848" cy="258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525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85821" y="1734315"/>
            <a:ext cx="10241955" cy="24006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App Stores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Mobile systems rely on app stores (e.g., Apple App Store, Google Play Store) where users can discover, download, and update applications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App Development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Developers use various programming languages (Swift,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Java) to create mobile applications catering to diverse needs, from productivity and entertainment to health and education.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7822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Larken-Medium" panose="00000600000000000000" pitchFamily="2" charset="0"/>
              </a:rPr>
              <a:t>Application Ecosystem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519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85821" y="1734315"/>
            <a:ext cx="10241955" cy="24006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Wireless Technologies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Mobile systems leverage wireless technologies like 4G and 5G for high-speed internet access, enabling seamless communication and data transfer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Bluetooth and NFC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Short-range communication technologies like Bluetooth and Near Field Communication (NFC) facilitate device pairing and data exchange.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7822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Larken-Medium" panose="00000600000000000000" pitchFamily="2" charset="0"/>
              </a:rPr>
              <a:t>Connectivity and Networks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660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85821" y="1734315"/>
            <a:ext cx="10241955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Biometric Authentication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Mobile systems incorporate biometric features such as fingerprint sensors and facial recognition for secure user authentication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App Permissions: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Users can control the access apps have to device features (camera, location, contacts) through permission settings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Developer Security Consideration: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encryption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App security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testing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Secure data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7822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Larken-Medium" panose="00000600000000000000" pitchFamily="2" charset="0"/>
              </a:rPr>
              <a:t>Security and Privacy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55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85821" y="1734315"/>
            <a:ext cx="10241955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Processor and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Memory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Mobile devices are equipped with powerful processors and varying amounts of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RAM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handle multitasking and demanding applications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Sensors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Mobile systems include sensors like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accelerometers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gyroscopes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GPS, enabling advanced functionalities such as motion sensing and location tracking.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7822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Larken-Medium" panose="00000600000000000000" pitchFamily="2" charset="0"/>
              </a:rPr>
              <a:t>Mobile Hardware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69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85821" y="1734315"/>
            <a:ext cx="10241955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Cloud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Integration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- Mobile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systems often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integrate with cloud services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allowing users to store data, access applications, and synchronize content across multiple devices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Cloud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Mobile systems often integrate with cloud services, allowing users to store data, access applications,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synchronize content across multiple devices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7822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Larken-Medium" panose="00000600000000000000" pitchFamily="2" charset="0"/>
              </a:rPr>
              <a:t>Mobile Cloud Computing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92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85821" y="1734315"/>
            <a:ext cx="10241955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Responsive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Design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Mobile UI design focuses on responsiveness to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accommodate different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screen sizes and orientations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Gesture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Controls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Intuitive gestures (swiping, tapping, pinching) are incorporated for easy navigation on touch screens.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7822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>
                <a:latin typeface="Larken-Medium" panose="00000600000000000000" pitchFamily="2" charset="0"/>
              </a:rPr>
              <a:t>Mobile User Interface (UI) Design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51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85821" y="1734315"/>
            <a:ext cx="10241955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Portability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Wireless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Touchscreen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Interfaces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Location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Awareness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App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Ecosystem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Multimedia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Capabilities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Battery Life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896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Larken-Medium" panose="00000600000000000000" pitchFamily="2" charset="0"/>
              </a:rPr>
              <a:t>General Characteristics of Mobile Systems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071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85821" y="1734315"/>
            <a:ext cx="10241955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Mobile interface design plays a crucial role in the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success of mobile applications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focuses on creating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user-friendly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visually appealing interfaces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that enhance the user experience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363940" y="909958"/>
            <a:ext cx="896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Larken-Medium" panose="00000600000000000000" pitchFamily="2" charset="0"/>
              </a:rPr>
              <a:t>Mobile Interface and Applications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026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50652" y="1826635"/>
            <a:ext cx="10241955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Importance of Mobile App UI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Design 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Delivering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outstanding user experiences and meeting business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needs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helps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introduce and market mobile applications effectively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Good UI design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attracts and retains loyal customers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as it grabs their attention and makes the app easy to use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helps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build a brand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by making the content engaging, navigation less complicated, and increasing user satisfaction .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Larken-Medium" panose="00000600000000000000" pitchFamily="2" charset="0"/>
              </a:rPr>
              <a:t>Mobile Interface and </a:t>
            </a:r>
            <a:r>
              <a:rPr lang="en-US" sz="2800" b="1" dirty="0" smtClean="0">
                <a:latin typeface="Larken-Medium" panose="00000600000000000000" pitchFamily="2" charset="0"/>
              </a:rPr>
              <a:t>Applications Key Points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985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50652" y="1826635"/>
            <a:ext cx="10241955" cy="24006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Types of User Interfaces for Mobile Apps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Mobile apps consist of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various types of user interfaces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including splash screens, login screens, home screens, navigation menus, forms, and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more.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Each type of screen has its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own design features and requirements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depending on the purpose and functionality of the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app.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Larken-Medium" panose="00000600000000000000" pitchFamily="2" charset="0"/>
              </a:rPr>
              <a:t>Mobile Interface and Applications Key Points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986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50652" y="1826635"/>
            <a:ext cx="10241955" cy="24006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Usability and User Interface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Design 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Usability is a critical aspect of user interface design.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Designing with usability in mind saves time and cost in the long run, as it reduces the need for frequent app revamps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Larken-Medium" panose="00000600000000000000" pitchFamily="2" charset="0"/>
              </a:rPr>
              <a:t>Mobile Interface and Applications Key Points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32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50652" y="1826635"/>
            <a:ext cx="10241955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Mobile App Design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Principles: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Mobile app design follows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key principles to create great, functional interfaces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These principles include considering the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app's requirements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conceiving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building design requirements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implementing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the designs effectively .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Larken-Medium" panose="00000600000000000000" pitchFamily="2" charset="0"/>
              </a:rPr>
              <a:t>Mobile Interface and Applications Key Points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61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50652" y="1826635"/>
            <a:ext cx="10241955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Mobile App Design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Principles: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Mobile app design follows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key principles to create great, functional interfaces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These principles include considering the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app's requirements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conceiving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building design requirements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implementing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the designs effectively .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Larken-Medium" panose="00000600000000000000" pitchFamily="2" charset="0"/>
              </a:rPr>
              <a:t>Mobile Interface and Applications Key Points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07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41860" y="1703542"/>
            <a:ext cx="10241955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mobile systems is crucial for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enhancing the performance, efficiency, and user experience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of applications and devices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Mobile devices, such as smartphones and tablets, have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resource constraints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including limited processing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memory, and battery life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optimizing mobile systems involves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making efficient use of these resources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deliver smooth and responsive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experiences.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Larken-Medium" panose="00000600000000000000" pitchFamily="2" charset="0"/>
              </a:rPr>
              <a:t>Optimisation in Mobile Systems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211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41860" y="1703542"/>
            <a:ext cx="10241955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Code Optimization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Minification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and Obfuscation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Code Splitting - Divide the code into smaller modules to load only the necessary components when required, reducing initial loading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times.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Memory Management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Garbage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Memory Profiling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Larken-Medium" panose="00000600000000000000" pitchFamily="2" charset="0"/>
              </a:rPr>
              <a:t>Optimisation</a:t>
            </a:r>
            <a:r>
              <a:rPr lang="en-US" sz="2800" b="1" dirty="0">
                <a:latin typeface="Larken-Medium" panose="00000600000000000000" pitchFamily="2" charset="0"/>
              </a:rPr>
              <a:t> in Mobile </a:t>
            </a:r>
            <a:r>
              <a:rPr lang="en-US" sz="2800" b="1" dirty="0" smtClean="0">
                <a:latin typeface="Larken-Medium" panose="00000600000000000000" pitchFamily="2" charset="0"/>
              </a:rPr>
              <a:t>Systems Key areas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60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41860" y="1703542"/>
            <a:ext cx="10241955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Network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Compression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Caching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Battery Efficiency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Background Processes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Location Services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Larken-Medium" panose="00000600000000000000" pitchFamily="2" charset="0"/>
              </a:rPr>
              <a:t>Optimisation</a:t>
            </a:r>
            <a:r>
              <a:rPr lang="en-US" sz="2800" b="1" dirty="0">
                <a:latin typeface="Larken-Medium" panose="00000600000000000000" pitchFamily="2" charset="0"/>
              </a:rPr>
              <a:t> in Mobile </a:t>
            </a:r>
            <a:r>
              <a:rPr lang="en-US" sz="2800" b="1" dirty="0" smtClean="0">
                <a:latin typeface="Larken-Medium" panose="00000600000000000000" pitchFamily="2" charset="0"/>
              </a:rPr>
              <a:t>Systems Key areas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41860" y="1703542"/>
            <a:ext cx="10241955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User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Interface (UI)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Image and Resource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Lazy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Loading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App Performance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Monitoring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Analytics and Monitoring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A/B Testing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Larken-Medium" panose="00000600000000000000" pitchFamily="2" charset="0"/>
              </a:rPr>
              <a:t>Optimisation</a:t>
            </a:r>
            <a:r>
              <a:rPr lang="en-US" sz="2800" b="1" dirty="0">
                <a:latin typeface="Larken-Medium" panose="00000600000000000000" pitchFamily="2" charset="0"/>
              </a:rPr>
              <a:t> in Mobile </a:t>
            </a:r>
            <a:r>
              <a:rPr lang="en-US" sz="2800" b="1" dirty="0" smtClean="0">
                <a:latin typeface="Larken-Medium" panose="00000600000000000000" pitchFamily="2" charset="0"/>
              </a:rPr>
              <a:t>Systems Key areas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948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41860" y="1703542"/>
            <a:ext cx="10241955" cy="4708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User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Interface (UI)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Image and Resource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Lazy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Loading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App Performance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Monitoring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Analytics and Monitoring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A/B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Testing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Database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Indexed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Queries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Local Databases: Use local databases to store frequently accessed data, reducing the need for repeated server queries.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Larken-Medium" panose="00000600000000000000" pitchFamily="2" charset="0"/>
              </a:rPr>
              <a:t>Optimisation</a:t>
            </a:r>
            <a:r>
              <a:rPr lang="en-US" sz="2800" b="1" dirty="0">
                <a:latin typeface="Larken-Medium" panose="00000600000000000000" pitchFamily="2" charset="0"/>
              </a:rPr>
              <a:t> in Mobile </a:t>
            </a:r>
            <a:r>
              <a:rPr lang="en-US" sz="2800" b="1" dirty="0" smtClean="0">
                <a:latin typeface="Larken-Medium" panose="00000600000000000000" pitchFamily="2" charset="0"/>
              </a:rPr>
              <a:t>Systems Key areas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1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41860" y="1703542"/>
            <a:ext cx="10241955" cy="24006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Mobile Cloud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Computing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technology that combines the capabilities of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mobile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devices with the resources and services offered by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cloud computing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integration allows mobile users to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access and utilize a wide range of applications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data storage, processing power, and services hosted on cloud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servers.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Larken-Medium" panose="00000600000000000000" pitchFamily="2" charset="0"/>
              </a:rPr>
              <a:t>Mobile Cloud </a:t>
            </a:r>
            <a:r>
              <a:rPr lang="en-US" sz="2800" b="1" dirty="0" smtClean="0">
                <a:latin typeface="Larken-Medium" panose="00000600000000000000" pitchFamily="2" charset="0"/>
              </a:rPr>
              <a:t>Computing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2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50652" y="1703542"/>
            <a:ext cx="10241955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Mobile Devices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- Smartphones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tablets, wearables, and other portable devices act as the client interface for accessing cloud services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Cloud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Infrastructure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Servers, storage, and networks in data centers provide the necessary resources for hosting applications and storing data.  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Mobile Networks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- The connectivity infrastructure (3G, 4G, 5G) enables mobile devices to communicate with cloud servers.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Cloud Services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variety of services such as storage, computing power, databases, and software applications are hosted on the cloud.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Larken-Medium" panose="00000600000000000000" pitchFamily="2" charset="0"/>
              </a:rPr>
              <a:t>Mobile Cloud </a:t>
            </a:r>
            <a:r>
              <a:rPr lang="en-US" sz="2800" b="1" dirty="0" smtClean="0">
                <a:latin typeface="Larken-Medium" panose="00000600000000000000" pitchFamily="2" charset="0"/>
              </a:rPr>
              <a:t>Computing Key Components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728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Larken-Medium" panose="00000600000000000000" pitchFamily="2" charset="0"/>
              </a:rPr>
              <a:t>Mobile Cloud </a:t>
            </a:r>
            <a:r>
              <a:rPr lang="en-US" sz="2800" b="1" dirty="0" smtClean="0">
                <a:latin typeface="Larken-Medium" panose="00000600000000000000" pitchFamily="2" charset="0"/>
              </a:rPr>
              <a:t>Computing Key Components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897" y="1453662"/>
            <a:ext cx="8905069" cy="467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2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50652" y="1703542"/>
            <a:ext cx="10241955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Ubiquitous Access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Users can access cloud services anytime and anywhere, provided they have an internet connection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Scalability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Cloud resources can scale dynamically based on demand, accommodating varying workloads and user requirements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Resource Pooling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Cloud providers pool computing resources to serve multiple users, optimizing resource utilization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Self-Service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Users can provision and manage cloud resources independently without requiring direct interaction with service providers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Larken-Medium" panose="00000600000000000000" pitchFamily="2" charset="0"/>
              </a:rPr>
              <a:t>Mobile Cloud Computing Characteristics </a:t>
            </a:r>
          </a:p>
        </p:txBody>
      </p:sp>
    </p:spTree>
    <p:extLst>
      <p:ext uri="{BB962C8B-B14F-4D97-AF65-F5344CB8AC3E}">
        <p14:creationId xmlns:p14="http://schemas.microsoft.com/office/powerpoint/2010/main" val="17125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50652" y="1703542"/>
            <a:ext cx="10241955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Enhanced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Mobile users can store and access data beyond the device's physical storage limits, utilizing cloud storage solutions.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Computational Offloading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Intensive computational tasks can be offloaded to cloud servers, reducing the burden on the mobile device's hardware.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Collaboration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Cloud-based applications facilitate collaboration, allowing users to share and edit documents in real-time.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Cost Efficiency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Mobile users can benefit from cost-effective cloud services without the need for extensive local hardware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Larken-Medium" panose="00000600000000000000" pitchFamily="2" charset="0"/>
              </a:rPr>
              <a:t>Mobile Cloud Computing Characteristics </a:t>
            </a:r>
          </a:p>
        </p:txBody>
      </p:sp>
    </p:spTree>
    <p:extLst>
      <p:ext uri="{BB962C8B-B14F-4D97-AF65-F5344CB8AC3E}">
        <p14:creationId xmlns:p14="http://schemas.microsoft.com/office/powerpoint/2010/main" val="1931120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50652" y="1703542"/>
            <a:ext cx="10241955" cy="496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Nice Read :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://aws.amazon.com/what-is/mobile-cloud-computing/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Larken-Medium" panose="00000600000000000000" pitchFamily="2" charset="0"/>
              </a:rPr>
              <a:t>Mobile Cloud Computing </a:t>
            </a:r>
            <a:r>
              <a:rPr lang="en-US" sz="2800" b="1" dirty="0" smtClean="0">
                <a:latin typeface="Larken-Medium" panose="00000600000000000000" pitchFamily="2" charset="0"/>
              </a:rPr>
              <a:t>use cases 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406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950652" y="1703542"/>
            <a:ext cx="10241955" cy="23436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Mobile devices play a crucial role in the realm of big data, contributing to both the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generation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consumption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of vast amounts of data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Big data plays a significant role in the mobile market, providing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valuable insights into customer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enabling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effective mobile marketing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strategies.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Larken-Medium" panose="00000600000000000000" pitchFamily="2" charset="0"/>
              </a:rPr>
              <a:t>Mobile Cloud Computing </a:t>
            </a:r>
            <a:r>
              <a:rPr lang="en-US" sz="2800" b="1" dirty="0" smtClean="0">
                <a:latin typeface="Larken-Medium" panose="00000600000000000000" pitchFamily="2" charset="0"/>
              </a:rPr>
              <a:t>use cases 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168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1091329" y="1527696"/>
            <a:ext cx="10241955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Customer Insights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Optimizing Operations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Precision Marketing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Healthcare Applications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Data Management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Network and Device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Larken-Medium" panose="00000600000000000000" pitchFamily="2" charset="0"/>
              </a:rPr>
              <a:t>Importance of Big Data in Mobile Systems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92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1091329" y="1527696"/>
            <a:ext cx="10241955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Resource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Constraints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Mobile devices have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limited resources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processing big data on these devices can be challenging.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Security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Privacy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storage and processing of big data in mobile and cloud computing environments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require careful consideration of security and privacy measures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Lifecycle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Mobile big data has 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comprehensive lifecycle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including data source and collection, transmission, computing platforms, and data-driven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applications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Larken-Medium" panose="00000600000000000000" pitchFamily="2" charset="0"/>
              </a:rPr>
              <a:t>Challenges and </a:t>
            </a:r>
            <a:r>
              <a:rPr lang="en-US" sz="2800" b="1" dirty="0" smtClean="0">
                <a:latin typeface="Larken-Medium" panose="00000600000000000000" pitchFamily="2" charset="0"/>
              </a:rPr>
              <a:t>Considerations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02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1091329" y="1527696"/>
            <a:ext cx="10241955" cy="4708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Mobile systems, including smartphones, tablets, and laptops,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require robust security measures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protect against threats associated with wireless computing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Importance of Mobile Security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Protection of Sensitive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- Mobile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security ensures the confidentiality and integrity of sensitive data stored on mobile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devices.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Prevention of Malware and Cyber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Attacks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Mobile security measures aim to detect and prevent the installation of harmful apps, block phishing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attacks.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Network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Mobile security also encompasses network-level protection, as cybercriminals may exploit network connectivity to steal sensitive data or transmit malicious content.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Larken-Medium" panose="00000600000000000000" pitchFamily="2" charset="0"/>
              </a:rPr>
              <a:t>Security in Mobile Systems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3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4D370-EEE6-F859-1AFD-E80742BFAD18}"/>
              </a:ext>
            </a:extLst>
          </p:cNvPr>
          <p:cNvSpPr txBox="1"/>
          <p:nvPr/>
        </p:nvSpPr>
        <p:spPr>
          <a:xfrm>
            <a:off x="1091329" y="1527696"/>
            <a:ext cx="10241955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Importance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Mobile Security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Operating System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Updates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Keeping mobile operating systems up to date is crucial for mobile security.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Larken-Medium" panose="00000600000000000000" pitchFamily="2" charset="0"/>
              </a:rPr>
              <a:t>Security in Mobile Systems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626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DEF64-56D8-3CDA-C8AB-27D0CA44E6A3}"/>
              </a:ext>
            </a:extLst>
          </p:cNvPr>
          <p:cNvSpPr txBox="1"/>
          <p:nvPr/>
        </p:nvSpPr>
        <p:spPr>
          <a:xfrm>
            <a:off x="363940" y="182308"/>
            <a:ext cx="4612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15305D"/>
                </a:solidFill>
                <a:latin typeface="Larken-Medium" panose="00000600000000000000" pitchFamily="2" charset="0"/>
              </a:rPr>
              <a:t>Week 1 : Lesson 1</a:t>
            </a:r>
            <a:endParaRPr lang="en-ZA" sz="3200" b="1" dirty="0">
              <a:solidFill>
                <a:srgbClr val="15305D"/>
              </a:solidFill>
              <a:latin typeface="Larken-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5EB4C5-0842-1E1F-8AB9-30D1537E790E}"/>
              </a:ext>
            </a:extLst>
          </p:cNvPr>
          <p:cNvSpPr txBox="1"/>
          <p:nvPr/>
        </p:nvSpPr>
        <p:spPr>
          <a:xfrm>
            <a:off x="494534" y="767083"/>
            <a:ext cx="896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Larken-Medium" panose="00000600000000000000" pitchFamily="2" charset="0"/>
              </a:rPr>
              <a:t>Security in Mobile Systems</a:t>
            </a:r>
            <a:endParaRPr lang="en-US" sz="2800" b="1" dirty="0">
              <a:latin typeface="Larken-Medium" panose="000006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806" y="1875078"/>
            <a:ext cx="8930089" cy="393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613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0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F0F9A81-DEDF-0FE6-89B1-E3D6C24A7A0C}"/>
              </a:ext>
            </a:extLst>
          </p:cNvPr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8764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F849ED-FF22-A169-1A9F-83504C082D1C}"/>
              </a:ext>
            </a:extLst>
          </p:cNvPr>
          <p:cNvSpPr txBox="1"/>
          <p:nvPr/>
        </p:nvSpPr>
        <p:spPr>
          <a:xfrm>
            <a:off x="295702" y="163773"/>
            <a:ext cx="5800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rken-Medium" panose="00000600000000000000" pitchFamily="2" charset="0"/>
                <a:ea typeface="+mn-ea"/>
                <a:cs typeface="Arial" panose="020B0604020202020204" pitchFamily="34" charset="0"/>
              </a:rPr>
              <a:t>Questions for Discussion</a:t>
            </a:r>
          </a:p>
        </p:txBody>
      </p:sp>
      <p:sp>
        <p:nvSpPr>
          <p:cNvPr id="35" name="Freeform 26">
            <a:extLst>
              <a:ext uri="{FF2B5EF4-FFF2-40B4-BE49-F238E27FC236}">
                <a16:creationId xmlns:a16="http://schemas.microsoft.com/office/drawing/2014/main" id="{E03710B2-4DAC-782A-93D0-D1D0B90BED07}"/>
              </a:ext>
            </a:extLst>
          </p:cNvPr>
          <p:cNvSpPr/>
          <p:nvPr/>
        </p:nvSpPr>
        <p:spPr>
          <a:xfrm>
            <a:off x="10908000" y="403282"/>
            <a:ext cx="1044000" cy="108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6" h="21600" extrusionOk="0">
                <a:moveTo>
                  <a:pt x="20037" y="2535"/>
                </a:moveTo>
                <a:lnTo>
                  <a:pt x="13022" y="2535"/>
                </a:lnTo>
                <a:lnTo>
                  <a:pt x="13022" y="1475"/>
                </a:lnTo>
                <a:cubicBezTo>
                  <a:pt x="13022" y="662"/>
                  <a:pt x="12363" y="0"/>
                  <a:pt x="11553" y="0"/>
                </a:cubicBezTo>
                <a:lnTo>
                  <a:pt x="1469" y="0"/>
                </a:lnTo>
                <a:cubicBezTo>
                  <a:pt x="659" y="0"/>
                  <a:pt x="0" y="662"/>
                  <a:pt x="0" y="1475"/>
                </a:cubicBezTo>
                <a:lnTo>
                  <a:pt x="0" y="5608"/>
                </a:lnTo>
                <a:cubicBezTo>
                  <a:pt x="0" y="6431"/>
                  <a:pt x="659" y="7093"/>
                  <a:pt x="1469" y="7093"/>
                </a:cubicBezTo>
                <a:lnTo>
                  <a:pt x="3239" y="7093"/>
                </a:lnTo>
                <a:lnTo>
                  <a:pt x="3239" y="9032"/>
                </a:lnTo>
                <a:cubicBezTo>
                  <a:pt x="3239" y="9268"/>
                  <a:pt x="3371" y="9485"/>
                  <a:pt x="3578" y="9589"/>
                </a:cubicBezTo>
                <a:cubicBezTo>
                  <a:pt x="3663" y="9637"/>
                  <a:pt x="3766" y="9665"/>
                  <a:pt x="3870" y="9665"/>
                </a:cubicBezTo>
                <a:cubicBezTo>
                  <a:pt x="3992" y="9665"/>
                  <a:pt x="4124" y="9627"/>
                  <a:pt x="4228" y="9552"/>
                </a:cubicBezTo>
                <a:lnTo>
                  <a:pt x="7721" y="7093"/>
                </a:lnTo>
                <a:lnTo>
                  <a:pt x="8484" y="7093"/>
                </a:lnTo>
                <a:lnTo>
                  <a:pt x="8484" y="8143"/>
                </a:lnTo>
                <a:cubicBezTo>
                  <a:pt x="8484" y="8956"/>
                  <a:pt x="9143" y="9618"/>
                  <a:pt x="9953" y="9618"/>
                </a:cubicBezTo>
                <a:lnTo>
                  <a:pt x="13785" y="9618"/>
                </a:lnTo>
                <a:lnTo>
                  <a:pt x="17278" y="12077"/>
                </a:lnTo>
                <a:cubicBezTo>
                  <a:pt x="17391" y="12152"/>
                  <a:pt x="17514" y="12190"/>
                  <a:pt x="17636" y="12190"/>
                </a:cubicBezTo>
                <a:cubicBezTo>
                  <a:pt x="17740" y="12190"/>
                  <a:pt x="17843" y="12171"/>
                  <a:pt x="17928" y="12124"/>
                </a:cubicBezTo>
                <a:cubicBezTo>
                  <a:pt x="18135" y="12011"/>
                  <a:pt x="18267" y="11793"/>
                  <a:pt x="18267" y="11557"/>
                </a:cubicBezTo>
                <a:lnTo>
                  <a:pt x="18267" y="9618"/>
                </a:lnTo>
                <a:lnTo>
                  <a:pt x="20037" y="9618"/>
                </a:lnTo>
                <a:cubicBezTo>
                  <a:pt x="20847" y="9618"/>
                  <a:pt x="21506" y="8956"/>
                  <a:pt x="21506" y="8143"/>
                </a:cubicBezTo>
                <a:lnTo>
                  <a:pt x="21506" y="4010"/>
                </a:lnTo>
                <a:cubicBezTo>
                  <a:pt x="21506" y="3196"/>
                  <a:pt x="20847" y="2535"/>
                  <a:pt x="20037" y="2535"/>
                </a:cubicBezTo>
                <a:close/>
                <a:moveTo>
                  <a:pt x="20244" y="8143"/>
                </a:moveTo>
                <a:cubicBezTo>
                  <a:pt x="20244" y="8256"/>
                  <a:pt x="20150" y="8351"/>
                  <a:pt x="20037" y="8351"/>
                </a:cubicBezTo>
                <a:lnTo>
                  <a:pt x="17636" y="8351"/>
                </a:lnTo>
                <a:cubicBezTo>
                  <a:pt x="17288" y="8351"/>
                  <a:pt x="17015" y="8634"/>
                  <a:pt x="17015" y="8984"/>
                </a:cubicBezTo>
                <a:lnTo>
                  <a:pt x="17015" y="10346"/>
                </a:lnTo>
                <a:lnTo>
                  <a:pt x="14340" y="8464"/>
                </a:lnTo>
                <a:cubicBezTo>
                  <a:pt x="14237" y="8398"/>
                  <a:pt x="14105" y="8351"/>
                  <a:pt x="13983" y="8351"/>
                </a:cubicBezTo>
                <a:lnTo>
                  <a:pt x="9953" y="8351"/>
                </a:lnTo>
                <a:cubicBezTo>
                  <a:pt x="9840" y="8351"/>
                  <a:pt x="9746" y="8256"/>
                  <a:pt x="9746" y="8143"/>
                </a:cubicBezTo>
                <a:lnTo>
                  <a:pt x="9746" y="7093"/>
                </a:lnTo>
                <a:lnTo>
                  <a:pt x="11553" y="7093"/>
                </a:lnTo>
                <a:cubicBezTo>
                  <a:pt x="12363" y="7093"/>
                  <a:pt x="13022" y="6431"/>
                  <a:pt x="13022" y="5608"/>
                </a:cubicBezTo>
                <a:lnTo>
                  <a:pt x="13022" y="3802"/>
                </a:lnTo>
                <a:lnTo>
                  <a:pt x="20037" y="3802"/>
                </a:lnTo>
                <a:cubicBezTo>
                  <a:pt x="20150" y="3802"/>
                  <a:pt x="20244" y="3896"/>
                  <a:pt x="20244" y="4010"/>
                </a:cubicBezTo>
                <a:lnTo>
                  <a:pt x="20244" y="8143"/>
                </a:lnTo>
                <a:close/>
                <a:moveTo>
                  <a:pt x="4501" y="7812"/>
                </a:moveTo>
                <a:lnTo>
                  <a:pt x="4501" y="6459"/>
                </a:lnTo>
                <a:cubicBezTo>
                  <a:pt x="4501" y="6109"/>
                  <a:pt x="4218" y="5826"/>
                  <a:pt x="3870" y="5826"/>
                </a:cubicBezTo>
                <a:lnTo>
                  <a:pt x="1469" y="5826"/>
                </a:lnTo>
                <a:cubicBezTo>
                  <a:pt x="1356" y="5826"/>
                  <a:pt x="1262" y="5731"/>
                  <a:pt x="1262" y="5608"/>
                </a:cubicBezTo>
                <a:lnTo>
                  <a:pt x="1262" y="1475"/>
                </a:lnTo>
                <a:cubicBezTo>
                  <a:pt x="1262" y="1362"/>
                  <a:pt x="1356" y="1267"/>
                  <a:pt x="1469" y="1267"/>
                </a:cubicBezTo>
                <a:lnTo>
                  <a:pt x="11553" y="1267"/>
                </a:lnTo>
                <a:cubicBezTo>
                  <a:pt x="11666" y="1267"/>
                  <a:pt x="11760" y="1362"/>
                  <a:pt x="11760" y="1475"/>
                </a:cubicBezTo>
                <a:lnTo>
                  <a:pt x="11760" y="5608"/>
                </a:lnTo>
                <a:cubicBezTo>
                  <a:pt x="11760" y="5731"/>
                  <a:pt x="11666" y="5826"/>
                  <a:pt x="11553" y="5826"/>
                </a:cubicBezTo>
                <a:lnTo>
                  <a:pt x="7523" y="5826"/>
                </a:lnTo>
                <a:cubicBezTo>
                  <a:pt x="7401" y="5826"/>
                  <a:pt x="7269" y="5863"/>
                  <a:pt x="7166" y="5939"/>
                </a:cubicBezTo>
                <a:lnTo>
                  <a:pt x="4501" y="7812"/>
                </a:lnTo>
                <a:close/>
                <a:moveTo>
                  <a:pt x="21082" y="18716"/>
                </a:moveTo>
                <a:cubicBezTo>
                  <a:pt x="20903" y="18006"/>
                  <a:pt x="20414" y="17439"/>
                  <a:pt x="19783" y="17155"/>
                </a:cubicBezTo>
                <a:cubicBezTo>
                  <a:pt x="20018" y="16796"/>
                  <a:pt x="20150" y="16361"/>
                  <a:pt x="20150" y="15907"/>
                </a:cubicBezTo>
                <a:cubicBezTo>
                  <a:pt x="20150" y="14621"/>
                  <a:pt x="19114" y="13580"/>
                  <a:pt x="17843" y="13580"/>
                </a:cubicBezTo>
                <a:cubicBezTo>
                  <a:pt x="16572" y="13580"/>
                  <a:pt x="15527" y="14621"/>
                  <a:pt x="15527" y="15907"/>
                </a:cubicBezTo>
                <a:cubicBezTo>
                  <a:pt x="15527" y="16361"/>
                  <a:pt x="15668" y="16796"/>
                  <a:pt x="15903" y="17155"/>
                </a:cubicBezTo>
                <a:cubicBezTo>
                  <a:pt x="15263" y="17439"/>
                  <a:pt x="14774" y="18006"/>
                  <a:pt x="14604" y="18716"/>
                </a:cubicBezTo>
                <a:lnTo>
                  <a:pt x="14359" y="19699"/>
                </a:lnTo>
                <a:lnTo>
                  <a:pt x="13917" y="16815"/>
                </a:lnTo>
                <a:cubicBezTo>
                  <a:pt x="13794" y="16049"/>
                  <a:pt x="13324" y="15425"/>
                  <a:pt x="12674" y="15094"/>
                </a:cubicBezTo>
                <a:cubicBezTo>
                  <a:pt x="12928" y="14725"/>
                  <a:pt x="13069" y="14280"/>
                  <a:pt x="13069" y="13798"/>
                </a:cubicBezTo>
                <a:cubicBezTo>
                  <a:pt x="13069" y="12512"/>
                  <a:pt x="12034" y="11471"/>
                  <a:pt x="10762" y="11471"/>
                </a:cubicBezTo>
                <a:cubicBezTo>
                  <a:pt x="9491" y="11471"/>
                  <a:pt x="8456" y="12512"/>
                  <a:pt x="8456" y="13798"/>
                </a:cubicBezTo>
                <a:cubicBezTo>
                  <a:pt x="8456" y="14280"/>
                  <a:pt x="8597" y="14725"/>
                  <a:pt x="8851" y="15094"/>
                </a:cubicBezTo>
                <a:cubicBezTo>
                  <a:pt x="8201" y="15425"/>
                  <a:pt x="7731" y="16049"/>
                  <a:pt x="7608" y="16815"/>
                </a:cubicBezTo>
                <a:lnTo>
                  <a:pt x="7166" y="19746"/>
                </a:lnTo>
                <a:lnTo>
                  <a:pt x="6902" y="18716"/>
                </a:lnTo>
                <a:cubicBezTo>
                  <a:pt x="6732" y="18006"/>
                  <a:pt x="6243" y="17439"/>
                  <a:pt x="5603" y="17155"/>
                </a:cubicBezTo>
                <a:cubicBezTo>
                  <a:pt x="5838" y="16796"/>
                  <a:pt x="5979" y="16370"/>
                  <a:pt x="5979" y="15907"/>
                </a:cubicBezTo>
                <a:cubicBezTo>
                  <a:pt x="5979" y="14621"/>
                  <a:pt x="4943" y="13580"/>
                  <a:pt x="3663" y="13580"/>
                </a:cubicBezTo>
                <a:cubicBezTo>
                  <a:pt x="2392" y="13580"/>
                  <a:pt x="1356" y="14621"/>
                  <a:pt x="1356" y="15907"/>
                </a:cubicBezTo>
                <a:cubicBezTo>
                  <a:pt x="1356" y="16370"/>
                  <a:pt x="1488" y="16796"/>
                  <a:pt x="1723" y="17155"/>
                </a:cubicBezTo>
                <a:cubicBezTo>
                  <a:pt x="1092" y="17439"/>
                  <a:pt x="603" y="18006"/>
                  <a:pt x="424" y="18716"/>
                </a:cubicBezTo>
                <a:lnTo>
                  <a:pt x="38" y="20285"/>
                </a:lnTo>
                <a:cubicBezTo>
                  <a:pt x="-47" y="20607"/>
                  <a:pt x="28" y="20938"/>
                  <a:pt x="226" y="21193"/>
                </a:cubicBezTo>
                <a:cubicBezTo>
                  <a:pt x="424" y="21449"/>
                  <a:pt x="725" y="21600"/>
                  <a:pt x="1055" y="21600"/>
                </a:cubicBezTo>
                <a:lnTo>
                  <a:pt x="6280" y="21600"/>
                </a:lnTo>
                <a:cubicBezTo>
                  <a:pt x="6601" y="21600"/>
                  <a:pt x="6902" y="21449"/>
                  <a:pt x="7109" y="21193"/>
                </a:cubicBezTo>
                <a:cubicBezTo>
                  <a:pt x="7137" y="21156"/>
                  <a:pt x="7166" y="21108"/>
                  <a:pt x="7194" y="21061"/>
                </a:cubicBezTo>
                <a:cubicBezTo>
                  <a:pt x="7222" y="21118"/>
                  <a:pt x="7260" y="21174"/>
                  <a:pt x="7307" y="21231"/>
                </a:cubicBezTo>
                <a:cubicBezTo>
                  <a:pt x="7505" y="21468"/>
                  <a:pt x="7796" y="21600"/>
                  <a:pt x="8098" y="21600"/>
                </a:cubicBezTo>
                <a:lnTo>
                  <a:pt x="13418" y="21600"/>
                </a:lnTo>
                <a:cubicBezTo>
                  <a:pt x="13728" y="21600"/>
                  <a:pt x="14020" y="21468"/>
                  <a:pt x="14218" y="21231"/>
                </a:cubicBezTo>
                <a:cubicBezTo>
                  <a:pt x="14256" y="21184"/>
                  <a:pt x="14293" y="21127"/>
                  <a:pt x="14322" y="21080"/>
                </a:cubicBezTo>
                <a:cubicBezTo>
                  <a:pt x="14350" y="21118"/>
                  <a:pt x="14378" y="21156"/>
                  <a:pt x="14406" y="21193"/>
                </a:cubicBezTo>
                <a:cubicBezTo>
                  <a:pt x="14604" y="21449"/>
                  <a:pt x="14905" y="21600"/>
                  <a:pt x="15226" y="21600"/>
                </a:cubicBezTo>
                <a:lnTo>
                  <a:pt x="20451" y="21600"/>
                </a:lnTo>
                <a:cubicBezTo>
                  <a:pt x="20781" y="21600"/>
                  <a:pt x="21082" y="21449"/>
                  <a:pt x="21280" y="21193"/>
                </a:cubicBezTo>
                <a:cubicBezTo>
                  <a:pt x="21478" y="20938"/>
                  <a:pt x="21553" y="20607"/>
                  <a:pt x="21468" y="20285"/>
                </a:cubicBezTo>
                <a:lnTo>
                  <a:pt x="21082" y="18716"/>
                </a:lnTo>
                <a:close/>
                <a:moveTo>
                  <a:pt x="3663" y="14848"/>
                </a:moveTo>
                <a:cubicBezTo>
                  <a:pt x="4247" y="14848"/>
                  <a:pt x="4717" y="15320"/>
                  <a:pt x="4717" y="15907"/>
                </a:cubicBezTo>
                <a:cubicBezTo>
                  <a:pt x="4717" y="16484"/>
                  <a:pt x="4247" y="16957"/>
                  <a:pt x="3663" y="16957"/>
                </a:cubicBezTo>
                <a:cubicBezTo>
                  <a:pt x="3088" y="16957"/>
                  <a:pt x="2618" y="16484"/>
                  <a:pt x="2618" y="15907"/>
                </a:cubicBezTo>
                <a:cubicBezTo>
                  <a:pt x="2618" y="15320"/>
                  <a:pt x="3088" y="14848"/>
                  <a:pt x="3663" y="14848"/>
                </a:cubicBezTo>
                <a:close/>
                <a:moveTo>
                  <a:pt x="1318" y="20333"/>
                </a:moveTo>
                <a:lnTo>
                  <a:pt x="1648" y="19018"/>
                </a:lnTo>
                <a:cubicBezTo>
                  <a:pt x="1761" y="18555"/>
                  <a:pt x="2185" y="18224"/>
                  <a:pt x="2665" y="18224"/>
                </a:cubicBezTo>
                <a:lnTo>
                  <a:pt x="4661" y="18224"/>
                </a:lnTo>
                <a:cubicBezTo>
                  <a:pt x="5151" y="18224"/>
                  <a:pt x="5565" y="18555"/>
                  <a:pt x="5687" y="19018"/>
                </a:cubicBezTo>
                <a:lnTo>
                  <a:pt x="6007" y="20333"/>
                </a:lnTo>
                <a:lnTo>
                  <a:pt x="1318" y="20333"/>
                </a:lnTo>
                <a:close/>
                <a:moveTo>
                  <a:pt x="10762" y="12739"/>
                </a:moveTo>
                <a:cubicBezTo>
                  <a:pt x="11337" y="12739"/>
                  <a:pt x="11808" y="13212"/>
                  <a:pt x="11808" y="13798"/>
                </a:cubicBezTo>
                <a:cubicBezTo>
                  <a:pt x="11808" y="14375"/>
                  <a:pt x="11337" y="14848"/>
                  <a:pt x="10762" y="14848"/>
                </a:cubicBezTo>
                <a:cubicBezTo>
                  <a:pt x="10179" y="14848"/>
                  <a:pt x="9708" y="14375"/>
                  <a:pt x="9708" y="13798"/>
                </a:cubicBezTo>
                <a:cubicBezTo>
                  <a:pt x="9708" y="13212"/>
                  <a:pt x="10179" y="12739"/>
                  <a:pt x="10762" y="12739"/>
                </a:cubicBezTo>
                <a:close/>
                <a:moveTo>
                  <a:pt x="8343" y="20333"/>
                </a:moveTo>
                <a:lnTo>
                  <a:pt x="8851" y="17013"/>
                </a:lnTo>
                <a:cubicBezTo>
                  <a:pt x="8936" y="16493"/>
                  <a:pt x="9369" y="16115"/>
                  <a:pt x="9896" y="16115"/>
                </a:cubicBezTo>
                <a:lnTo>
                  <a:pt x="11629" y="16115"/>
                </a:lnTo>
                <a:cubicBezTo>
                  <a:pt x="12156" y="16115"/>
                  <a:pt x="12589" y="16493"/>
                  <a:pt x="12674" y="17013"/>
                </a:cubicBezTo>
                <a:lnTo>
                  <a:pt x="13173" y="20333"/>
                </a:lnTo>
                <a:lnTo>
                  <a:pt x="8343" y="20333"/>
                </a:lnTo>
                <a:close/>
                <a:moveTo>
                  <a:pt x="17843" y="14848"/>
                </a:moveTo>
                <a:cubicBezTo>
                  <a:pt x="18418" y="14848"/>
                  <a:pt x="18888" y="15320"/>
                  <a:pt x="18888" y="15907"/>
                </a:cubicBezTo>
                <a:cubicBezTo>
                  <a:pt x="18888" y="16484"/>
                  <a:pt x="18418" y="16957"/>
                  <a:pt x="17843" y="16957"/>
                </a:cubicBezTo>
                <a:cubicBezTo>
                  <a:pt x="17259" y="16957"/>
                  <a:pt x="16789" y="16484"/>
                  <a:pt x="16789" y="15907"/>
                </a:cubicBezTo>
                <a:cubicBezTo>
                  <a:pt x="16789" y="15320"/>
                  <a:pt x="17259" y="14848"/>
                  <a:pt x="17843" y="14848"/>
                </a:cubicBezTo>
                <a:close/>
                <a:moveTo>
                  <a:pt x="15499" y="20333"/>
                </a:moveTo>
                <a:lnTo>
                  <a:pt x="15819" y="19018"/>
                </a:lnTo>
                <a:cubicBezTo>
                  <a:pt x="15941" y="18555"/>
                  <a:pt x="16355" y="18224"/>
                  <a:pt x="16845" y="18224"/>
                </a:cubicBezTo>
                <a:lnTo>
                  <a:pt x="18841" y="18224"/>
                </a:lnTo>
                <a:cubicBezTo>
                  <a:pt x="19321" y="18224"/>
                  <a:pt x="19745" y="18555"/>
                  <a:pt x="19858" y="19018"/>
                </a:cubicBezTo>
                <a:lnTo>
                  <a:pt x="20188" y="20333"/>
                </a:lnTo>
                <a:lnTo>
                  <a:pt x="15499" y="20333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noFill/>
                <a:latin typeface="Roboto"/>
                <a:ea typeface="Roboto"/>
                <a:cs typeface="Roboto"/>
                <a:sym typeface="Roboto"/>
              </a:defRPr>
            </a:pPr>
            <a:endParaRPr kumimoji="0" sz="1800" b="1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Roboto"/>
              <a:sym typeface="Roboto"/>
            </a:endParaRP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D9138588-BAF7-131E-0C5D-BFD566052A12}"/>
              </a:ext>
            </a:extLst>
          </p:cNvPr>
          <p:cNvSpPr/>
          <p:nvPr/>
        </p:nvSpPr>
        <p:spPr>
          <a:xfrm>
            <a:off x="10908000" y="3630641"/>
            <a:ext cx="1044000" cy="108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7" h="21546" extrusionOk="0">
                <a:moveTo>
                  <a:pt x="15399" y="9326"/>
                </a:moveTo>
                <a:cubicBezTo>
                  <a:pt x="15206" y="8618"/>
                  <a:pt x="14677" y="8061"/>
                  <a:pt x="13995" y="7778"/>
                </a:cubicBezTo>
                <a:cubicBezTo>
                  <a:pt x="14249" y="7410"/>
                  <a:pt x="14392" y="6986"/>
                  <a:pt x="14392" y="6523"/>
                </a:cubicBezTo>
                <a:cubicBezTo>
                  <a:pt x="14392" y="5249"/>
                  <a:pt x="13272" y="4211"/>
                  <a:pt x="11898" y="4211"/>
                </a:cubicBezTo>
                <a:cubicBezTo>
                  <a:pt x="10524" y="4211"/>
                  <a:pt x="9394" y="5249"/>
                  <a:pt x="9394" y="6523"/>
                </a:cubicBezTo>
                <a:cubicBezTo>
                  <a:pt x="9394" y="6986"/>
                  <a:pt x="9546" y="7410"/>
                  <a:pt x="9801" y="7778"/>
                </a:cubicBezTo>
                <a:cubicBezTo>
                  <a:pt x="9109" y="8061"/>
                  <a:pt x="8579" y="8618"/>
                  <a:pt x="8396" y="9326"/>
                </a:cubicBezTo>
                <a:lnTo>
                  <a:pt x="7969" y="10892"/>
                </a:lnTo>
                <a:cubicBezTo>
                  <a:pt x="7887" y="11213"/>
                  <a:pt x="7958" y="11543"/>
                  <a:pt x="8182" y="11798"/>
                </a:cubicBezTo>
                <a:cubicBezTo>
                  <a:pt x="8396" y="12053"/>
                  <a:pt x="8722" y="12204"/>
                  <a:pt x="9068" y="12204"/>
                </a:cubicBezTo>
                <a:lnTo>
                  <a:pt x="14717" y="12204"/>
                </a:lnTo>
                <a:cubicBezTo>
                  <a:pt x="15074" y="12204"/>
                  <a:pt x="15399" y="12053"/>
                  <a:pt x="15613" y="11798"/>
                </a:cubicBezTo>
                <a:cubicBezTo>
                  <a:pt x="15827" y="11543"/>
                  <a:pt x="15908" y="11213"/>
                  <a:pt x="15817" y="10892"/>
                </a:cubicBezTo>
                <a:lnTo>
                  <a:pt x="15399" y="9326"/>
                </a:lnTo>
                <a:close/>
                <a:moveTo>
                  <a:pt x="11898" y="5466"/>
                </a:moveTo>
                <a:cubicBezTo>
                  <a:pt x="12519" y="5466"/>
                  <a:pt x="13028" y="5938"/>
                  <a:pt x="13028" y="6523"/>
                </a:cubicBezTo>
                <a:cubicBezTo>
                  <a:pt x="13028" y="7099"/>
                  <a:pt x="12519" y="7571"/>
                  <a:pt x="11898" y="7571"/>
                </a:cubicBezTo>
                <a:cubicBezTo>
                  <a:pt x="11267" y="7571"/>
                  <a:pt x="10758" y="7099"/>
                  <a:pt x="10758" y="6523"/>
                </a:cubicBezTo>
                <a:cubicBezTo>
                  <a:pt x="10758" y="5938"/>
                  <a:pt x="11267" y="5466"/>
                  <a:pt x="11898" y="5466"/>
                </a:cubicBezTo>
                <a:close/>
                <a:moveTo>
                  <a:pt x="9363" y="10939"/>
                </a:moveTo>
                <a:lnTo>
                  <a:pt x="9709" y="9637"/>
                </a:lnTo>
                <a:cubicBezTo>
                  <a:pt x="9842" y="9165"/>
                  <a:pt x="10289" y="8835"/>
                  <a:pt x="10819" y="8835"/>
                </a:cubicBezTo>
                <a:lnTo>
                  <a:pt x="12977" y="8835"/>
                </a:lnTo>
                <a:cubicBezTo>
                  <a:pt x="13496" y="8835"/>
                  <a:pt x="13954" y="9165"/>
                  <a:pt x="14076" y="9637"/>
                </a:cubicBezTo>
                <a:lnTo>
                  <a:pt x="14432" y="10939"/>
                </a:lnTo>
                <a:lnTo>
                  <a:pt x="9363" y="10939"/>
                </a:lnTo>
                <a:close/>
                <a:moveTo>
                  <a:pt x="18606" y="2456"/>
                </a:moveTo>
                <a:cubicBezTo>
                  <a:pt x="16967" y="1041"/>
                  <a:pt x="14738" y="154"/>
                  <a:pt x="12478" y="21"/>
                </a:cubicBezTo>
                <a:cubicBezTo>
                  <a:pt x="11175" y="-54"/>
                  <a:pt x="9842" y="69"/>
                  <a:pt x="8620" y="380"/>
                </a:cubicBezTo>
                <a:cubicBezTo>
                  <a:pt x="7144" y="758"/>
                  <a:pt x="5872" y="1390"/>
                  <a:pt x="4854" y="2267"/>
                </a:cubicBezTo>
                <a:cubicBezTo>
                  <a:pt x="3052" y="3796"/>
                  <a:pt x="2126" y="5976"/>
                  <a:pt x="2085" y="8731"/>
                </a:cubicBezTo>
                <a:cubicBezTo>
                  <a:pt x="2085" y="8760"/>
                  <a:pt x="2075" y="8788"/>
                  <a:pt x="2055" y="8816"/>
                </a:cubicBezTo>
                <a:lnTo>
                  <a:pt x="192" y="12147"/>
                </a:lnTo>
                <a:cubicBezTo>
                  <a:pt x="-83" y="12647"/>
                  <a:pt x="-63" y="13223"/>
                  <a:pt x="253" y="13704"/>
                </a:cubicBezTo>
                <a:cubicBezTo>
                  <a:pt x="568" y="14176"/>
                  <a:pt x="1108" y="14459"/>
                  <a:pt x="1719" y="14459"/>
                </a:cubicBezTo>
                <a:lnTo>
                  <a:pt x="2167" y="14459"/>
                </a:lnTo>
                <a:lnTo>
                  <a:pt x="2167" y="16535"/>
                </a:lnTo>
                <a:cubicBezTo>
                  <a:pt x="2167" y="17819"/>
                  <a:pt x="3286" y="18857"/>
                  <a:pt x="4671" y="18857"/>
                </a:cubicBezTo>
                <a:lnTo>
                  <a:pt x="6961" y="18857"/>
                </a:lnTo>
                <a:lnTo>
                  <a:pt x="6961" y="20914"/>
                </a:lnTo>
                <a:cubicBezTo>
                  <a:pt x="6961" y="21263"/>
                  <a:pt x="7266" y="21546"/>
                  <a:pt x="7643" y="21546"/>
                </a:cubicBezTo>
                <a:lnTo>
                  <a:pt x="16916" y="21546"/>
                </a:lnTo>
                <a:cubicBezTo>
                  <a:pt x="17293" y="21546"/>
                  <a:pt x="17598" y="21263"/>
                  <a:pt x="17598" y="20914"/>
                </a:cubicBezTo>
                <a:lnTo>
                  <a:pt x="17598" y="16771"/>
                </a:lnTo>
                <a:cubicBezTo>
                  <a:pt x="18514" y="16120"/>
                  <a:pt x="21517" y="13629"/>
                  <a:pt x="21517" y="8929"/>
                </a:cubicBezTo>
                <a:cubicBezTo>
                  <a:pt x="21517" y="6344"/>
                  <a:pt x="20509" y="4107"/>
                  <a:pt x="18606" y="2456"/>
                </a:cubicBezTo>
                <a:close/>
                <a:moveTo>
                  <a:pt x="16763" y="15771"/>
                </a:moveTo>
                <a:cubicBezTo>
                  <a:pt x="16427" y="16007"/>
                  <a:pt x="16234" y="16384"/>
                  <a:pt x="16234" y="16771"/>
                </a:cubicBezTo>
                <a:lnTo>
                  <a:pt x="16234" y="20282"/>
                </a:lnTo>
                <a:lnTo>
                  <a:pt x="8325" y="20282"/>
                </a:lnTo>
                <a:lnTo>
                  <a:pt x="8325" y="18847"/>
                </a:lnTo>
                <a:cubicBezTo>
                  <a:pt x="8325" y="18158"/>
                  <a:pt x="7714" y="17592"/>
                  <a:pt x="6971" y="17592"/>
                </a:cubicBezTo>
                <a:lnTo>
                  <a:pt x="4671" y="17592"/>
                </a:lnTo>
                <a:cubicBezTo>
                  <a:pt x="4040" y="17592"/>
                  <a:pt x="3531" y="17120"/>
                  <a:pt x="3531" y="16535"/>
                </a:cubicBezTo>
                <a:lnTo>
                  <a:pt x="3531" y="13827"/>
                </a:lnTo>
                <a:cubicBezTo>
                  <a:pt x="3531" y="13478"/>
                  <a:pt x="3225" y="13204"/>
                  <a:pt x="2849" y="13204"/>
                </a:cubicBezTo>
                <a:lnTo>
                  <a:pt x="1719" y="13204"/>
                </a:lnTo>
                <a:cubicBezTo>
                  <a:pt x="1535" y="13204"/>
                  <a:pt x="1444" y="13091"/>
                  <a:pt x="1413" y="13044"/>
                </a:cubicBezTo>
                <a:cubicBezTo>
                  <a:pt x="1383" y="12997"/>
                  <a:pt x="1322" y="12874"/>
                  <a:pt x="1403" y="12732"/>
                </a:cubicBezTo>
                <a:lnTo>
                  <a:pt x="3266" y="9401"/>
                </a:lnTo>
                <a:cubicBezTo>
                  <a:pt x="3378" y="9194"/>
                  <a:pt x="3439" y="8977"/>
                  <a:pt x="3449" y="8750"/>
                </a:cubicBezTo>
                <a:cubicBezTo>
                  <a:pt x="3480" y="6353"/>
                  <a:pt x="4263" y="4475"/>
                  <a:pt x="5770" y="3192"/>
                </a:cubicBezTo>
                <a:cubicBezTo>
                  <a:pt x="6635" y="2456"/>
                  <a:pt x="7714" y="1918"/>
                  <a:pt x="8987" y="1597"/>
                </a:cubicBezTo>
                <a:cubicBezTo>
                  <a:pt x="10351" y="1248"/>
                  <a:pt x="11592" y="1229"/>
                  <a:pt x="12397" y="1286"/>
                </a:cubicBezTo>
                <a:cubicBezTo>
                  <a:pt x="14341" y="1399"/>
                  <a:pt x="16265" y="2164"/>
                  <a:pt x="17669" y="3381"/>
                </a:cubicBezTo>
                <a:cubicBezTo>
                  <a:pt x="19298" y="4787"/>
                  <a:pt x="20153" y="6702"/>
                  <a:pt x="20153" y="8929"/>
                </a:cubicBezTo>
                <a:cubicBezTo>
                  <a:pt x="20153" y="13053"/>
                  <a:pt x="17557" y="15214"/>
                  <a:pt x="16763" y="1577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noFill/>
                <a:latin typeface="Roboto"/>
                <a:ea typeface="Roboto"/>
                <a:cs typeface="Roboto"/>
                <a:sym typeface="Roboto"/>
              </a:defRPr>
            </a:pPr>
            <a:endParaRPr kumimoji="0" sz="18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Roboto"/>
              <a:sym typeface="Roboto"/>
            </a:endParaRPr>
          </a:p>
        </p:txBody>
      </p:sp>
      <p:sp>
        <p:nvSpPr>
          <p:cNvPr id="37" name="Freeform 15">
            <a:extLst>
              <a:ext uri="{FF2B5EF4-FFF2-40B4-BE49-F238E27FC236}">
                <a16:creationId xmlns:a16="http://schemas.microsoft.com/office/drawing/2014/main" id="{BACF65DD-6A84-9910-CD83-C3E19DD237B0}"/>
              </a:ext>
            </a:extLst>
          </p:cNvPr>
          <p:cNvSpPr/>
          <p:nvPr/>
        </p:nvSpPr>
        <p:spPr>
          <a:xfrm>
            <a:off x="10908000" y="2074873"/>
            <a:ext cx="1044000" cy="108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3" h="21600" extrusionOk="0">
                <a:moveTo>
                  <a:pt x="16934" y="14384"/>
                </a:moveTo>
                <a:lnTo>
                  <a:pt x="10738" y="14384"/>
                </a:lnTo>
                <a:cubicBezTo>
                  <a:pt x="10389" y="14384"/>
                  <a:pt x="10106" y="14668"/>
                  <a:pt x="10106" y="15018"/>
                </a:cubicBezTo>
                <a:cubicBezTo>
                  <a:pt x="10106" y="15368"/>
                  <a:pt x="10389" y="15651"/>
                  <a:pt x="10738" y="15651"/>
                </a:cubicBezTo>
                <a:lnTo>
                  <a:pt x="16934" y="15651"/>
                </a:lnTo>
                <a:cubicBezTo>
                  <a:pt x="17284" y="15651"/>
                  <a:pt x="17567" y="15368"/>
                  <a:pt x="17567" y="15018"/>
                </a:cubicBezTo>
                <a:cubicBezTo>
                  <a:pt x="17567" y="14668"/>
                  <a:pt x="17284" y="14384"/>
                  <a:pt x="16934" y="14384"/>
                </a:cubicBezTo>
                <a:close/>
                <a:moveTo>
                  <a:pt x="16934" y="11859"/>
                </a:moveTo>
                <a:lnTo>
                  <a:pt x="10738" y="11859"/>
                </a:lnTo>
                <a:cubicBezTo>
                  <a:pt x="10389" y="11859"/>
                  <a:pt x="10106" y="12143"/>
                  <a:pt x="10106" y="12493"/>
                </a:cubicBezTo>
                <a:cubicBezTo>
                  <a:pt x="10106" y="12843"/>
                  <a:pt x="10389" y="13126"/>
                  <a:pt x="10738" y="13126"/>
                </a:cubicBezTo>
                <a:lnTo>
                  <a:pt x="16934" y="13126"/>
                </a:lnTo>
                <a:cubicBezTo>
                  <a:pt x="17284" y="13126"/>
                  <a:pt x="17567" y="12843"/>
                  <a:pt x="17567" y="12493"/>
                </a:cubicBezTo>
                <a:cubicBezTo>
                  <a:pt x="17567" y="12143"/>
                  <a:pt x="17284" y="11859"/>
                  <a:pt x="16934" y="11859"/>
                </a:cubicBezTo>
                <a:close/>
                <a:moveTo>
                  <a:pt x="10738" y="10592"/>
                </a:moveTo>
                <a:lnTo>
                  <a:pt x="13137" y="10592"/>
                </a:lnTo>
                <a:cubicBezTo>
                  <a:pt x="13487" y="10592"/>
                  <a:pt x="13770" y="10308"/>
                  <a:pt x="13770" y="9958"/>
                </a:cubicBezTo>
                <a:cubicBezTo>
                  <a:pt x="13770" y="9608"/>
                  <a:pt x="13487" y="9325"/>
                  <a:pt x="13137" y="9325"/>
                </a:cubicBezTo>
                <a:lnTo>
                  <a:pt x="10738" y="9325"/>
                </a:lnTo>
                <a:cubicBezTo>
                  <a:pt x="10389" y="9325"/>
                  <a:pt x="10106" y="9608"/>
                  <a:pt x="10106" y="9958"/>
                </a:cubicBezTo>
                <a:cubicBezTo>
                  <a:pt x="10106" y="10308"/>
                  <a:pt x="10389" y="10592"/>
                  <a:pt x="10738" y="10592"/>
                </a:cubicBezTo>
                <a:close/>
                <a:moveTo>
                  <a:pt x="19579" y="17770"/>
                </a:moveTo>
                <a:cubicBezTo>
                  <a:pt x="20844" y="16361"/>
                  <a:pt x="21553" y="14554"/>
                  <a:pt x="21562" y="12654"/>
                </a:cubicBezTo>
                <a:cubicBezTo>
                  <a:pt x="21581" y="10582"/>
                  <a:pt x="20778" y="8625"/>
                  <a:pt x="19314" y="7150"/>
                </a:cubicBezTo>
                <a:cubicBezTo>
                  <a:pt x="18115" y="5930"/>
                  <a:pt x="16585" y="5173"/>
                  <a:pt x="14932" y="4937"/>
                </a:cubicBezTo>
                <a:cubicBezTo>
                  <a:pt x="14545" y="3934"/>
                  <a:pt x="13950" y="3026"/>
                  <a:pt x="13166" y="2251"/>
                </a:cubicBezTo>
                <a:cubicBezTo>
                  <a:pt x="11711" y="804"/>
                  <a:pt x="9785" y="0"/>
                  <a:pt x="7726" y="0"/>
                </a:cubicBezTo>
                <a:cubicBezTo>
                  <a:pt x="5657" y="0"/>
                  <a:pt x="3712" y="813"/>
                  <a:pt x="2248" y="2298"/>
                </a:cubicBezTo>
                <a:cubicBezTo>
                  <a:pt x="784" y="3773"/>
                  <a:pt x="-19" y="5731"/>
                  <a:pt x="0" y="7802"/>
                </a:cubicBezTo>
                <a:cubicBezTo>
                  <a:pt x="9" y="9703"/>
                  <a:pt x="718" y="11509"/>
                  <a:pt x="1983" y="12918"/>
                </a:cubicBezTo>
                <a:lnTo>
                  <a:pt x="1719" y="15585"/>
                </a:lnTo>
                <a:cubicBezTo>
                  <a:pt x="1681" y="15982"/>
                  <a:pt x="1860" y="16361"/>
                  <a:pt x="2191" y="16578"/>
                </a:cubicBezTo>
                <a:cubicBezTo>
                  <a:pt x="2371" y="16692"/>
                  <a:pt x="2569" y="16749"/>
                  <a:pt x="2767" y="16749"/>
                </a:cubicBezTo>
                <a:cubicBezTo>
                  <a:pt x="2947" y="16749"/>
                  <a:pt x="3126" y="16701"/>
                  <a:pt x="3287" y="16616"/>
                </a:cubicBezTo>
                <a:lnTo>
                  <a:pt x="5761" y="15226"/>
                </a:lnTo>
                <a:cubicBezTo>
                  <a:pt x="6044" y="15302"/>
                  <a:pt x="6337" y="15368"/>
                  <a:pt x="6630" y="15406"/>
                </a:cubicBezTo>
                <a:cubicBezTo>
                  <a:pt x="6998" y="16342"/>
                  <a:pt x="7546" y="17202"/>
                  <a:pt x="8264" y="17950"/>
                </a:cubicBezTo>
                <a:cubicBezTo>
                  <a:pt x="9662" y="19415"/>
                  <a:pt x="11551" y="20267"/>
                  <a:pt x="13572" y="20333"/>
                </a:cubicBezTo>
                <a:cubicBezTo>
                  <a:pt x="14327" y="20352"/>
                  <a:pt x="15083" y="20276"/>
                  <a:pt x="15810" y="20077"/>
                </a:cubicBezTo>
                <a:lnTo>
                  <a:pt x="18275" y="21468"/>
                </a:lnTo>
                <a:cubicBezTo>
                  <a:pt x="18436" y="21553"/>
                  <a:pt x="18615" y="21600"/>
                  <a:pt x="18795" y="21600"/>
                </a:cubicBezTo>
                <a:cubicBezTo>
                  <a:pt x="18993" y="21600"/>
                  <a:pt x="19191" y="21543"/>
                  <a:pt x="19371" y="21430"/>
                </a:cubicBezTo>
                <a:cubicBezTo>
                  <a:pt x="19702" y="21212"/>
                  <a:pt x="19881" y="20834"/>
                  <a:pt x="19843" y="20437"/>
                </a:cubicBezTo>
                <a:lnTo>
                  <a:pt x="19579" y="17770"/>
                </a:lnTo>
                <a:close/>
                <a:moveTo>
                  <a:pt x="18294" y="17609"/>
                </a:moveTo>
                <a:lnTo>
                  <a:pt x="18540" y="20163"/>
                </a:lnTo>
                <a:lnTo>
                  <a:pt x="16198" y="18848"/>
                </a:lnTo>
                <a:cubicBezTo>
                  <a:pt x="16103" y="18791"/>
                  <a:pt x="15990" y="18772"/>
                  <a:pt x="15886" y="18772"/>
                </a:cubicBezTo>
                <a:cubicBezTo>
                  <a:pt x="15829" y="18772"/>
                  <a:pt x="15763" y="18772"/>
                  <a:pt x="15706" y="18791"/>
                </a:cubicBezTo>
                <a:cubicBezTo>
                  <a:pt x="15026" y="18999"/>
                  <a:pt x="14327" y="19094"/>
                  <a:pt x="13619" y="19065"/>
                </a:cubicBezTo>
                <a:cubicBezTo>
                  <a:pt x="11929" y="19009"/>
                  <a:pt x="10351" y="18299"/>
                  <a:pt x="9171" y="17070"/>
                </a:cubicBezTo>
                <a:cubicBezTo>
                  <a:pt x="8000" y="15841"/>
                  <a:pt x="7357" y="14233"/>
                  <a:pt x="7367" y="12540"/>
                </a:cubicBezTo>
                <a:cubicBezTo>
                  <a:pt x="7386" y="10819"/>
                  <a:pt x="8066" y="9211"/>
                  <a:pt x="9284" y="8001"/>
                </a:cubicBezTo>
                <a:cubicBezTo>
                  <a:pt x="10502" y="6790"/>
                  <a:pt x="12117" y="6119"/>
                  <a:pt x="13836" y="6119"/>
                </a:cubicBezTo>
                <a:cubicBezTo>
                  <a:pt x="15565" y="6119"/>
                  <a:pt x="17199" y="6800"/>
                  <a:pt x="18417" y="8039"/>
                </a:cubicBezTo>
                <a:cubicBezTo>
                  <a:pt x="19645" y="9277"/>
                  <a:pt x="20315" y="10913"/>
                  <a:pt x="20297" y="12644"/>
                </a:cubicBezTo>
                <a:cubicBezTo>
                  <a:pt x="20287" y="14318"/>
                  <a:pt x="19635" y="15907"/>
                  <a:pt x="18474" y="17108"/>
                </a:cubicBezTo>
                <a:cubicBezTo>
                  <a:pt x="18341" y="17240"/>
                  <a:pt x="18275" y="17429"/>
                  <a:pt x="18294" y="17609"/>
                </a:cubicBezTo>
                <a:close/>
                <a:moveTo>
                  <a:pt x="5364" y="13996"/>
                </a:moveTo>
                <a:lnTo>
                  <a:pt x="3022" y="15311"/>
                </a:lnTo>
                <a:lnTo>
                  <a:pt x="3268" y="12758"/>
                </a:lnTo>
                <a:cubicBezTo>
                  <a:pt x="3287" y="12578"/>
                  <a:pt x="3221" y="12389"/>
                  <a:pt x="3088" y="12256"/>
                </a:cubicBezTo>
                <a:cubicBezTo>
                  <a:pt x="1927" y="11055"/>
                  <a:pt x="1275" y="9467"/>
                  <a:pt x="1265" y="7793"/>
                </a:cubicBezTo>
                <a:cubicBezTo>
                  <a:pt x="1247" y="6062"/>
                  <a:pt x="1917" y="4426"/>
                  <a:pt x="3145" y="3187"/>
                </a:cubicBezTo>
                <a:cubicBezTo>
                  <a:pt x="4363" y="1948"/>
                  <a:pt x="5997" y="1267"/>
                  <a:pt x="7726" y="1267"/>
                </a:cubicBezTo>
                <a:cubicBezTo>
                  <a:pt x="9445" y="1267"/>
                  <a:pt x="11060" y="1939"/>
                  <a:pt x="12278" y="3149"/>
                </a:cubicBezTo>
                <a:cubicBezTo>
                  <a:pt x="12788" y="3660"/>
                  <a:pt x="13213" y="4237"/>
                  <a:pt x="13525" y="4861"/>
                </a:cubicBezTo>
                <a:cubicBezTo>
                  <a:pt x="11589" y="4937"/>
                  <a:pt x="9775" y="5731"/>
                  <a:pt x="8396" y="7102"/>
                </a:cubicBezTo>
                <a:cubicBezTo>
                  <a:pt x="6932" y="8549"/>
                  <a:pt x="6120" y="10478"/>
                  <a:pt x="6111" y="12531"/>
                </a:cubicBezTo>
                <a:cubicBezTo>
                  <a:pt x="6101" y="13041"/>
                  <a:pt x="6148" y="13552"/>
                  <a:pt x="6243" y="14044"/>
                </a:cubicBezTo>
                <a:cubicBezTo>
                  <a:pt x="6111" y="14015"/>
                  <a:pt x="5988" y="13978"/>
                  <a:pt x="5856" y="13940"/>
                </a:cubicBezTo>
                <a:cubicBezTo>
                  <a:pt x="5695" y="13892"/>
                  <a:pt x="5516" y="13911"/>
                  <a:pt x="5364" y="13996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noFill/>
                <a:latin typeface="Roboto"/>
                <a:ea typeface="Roboto"/>
                <a:cs typeface="Roboto"/>
                <a:sym typeface="Roboto"/>
              </a:defRPr>
            </a:pPr>
            <a:endParaRPr kumimoji="0" sz="1800" b="1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Roboto"/>
              <a:sym typeface="Roboto"/>
            </a:endParaRPr>
          </a:p>
        </p:txBody>
      </p:sp>
      <p:sp>
        <p:nvSpPr>
          <p:cNvPr id="44" name="Freeform 19">
            <a:extLst>
              <a:ext uri="{FF2B5EF4-FFF2-40B4-BE49-F238E27FC236}">
                <a16:creationId xmlns:a16="http://schemas.microsoft.com/office/drawing/2014/main" id="{49119D0A-0ECD-51A6-B8E9-1925907472F8}"/>
              </a:ext>
            </a:extLst>
          </p:cNvPr>
          <p:cNvSpPr/>
          <p:nvPr/>
        </p:nvSpPr>
        <p:spPr>
          <a:xfrm>
            <a:off x="10908000" y="5244320"/>
            <a:ext cx="1044000" cy="108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540" y="16068"/>
                </a:moveTo>
                <a:lnTo>
                  <a:pt x="5627" y="17524"/>
                </a:lnTo>
                <a:lnTo>
                  <a:pt x="5180" y="17184"/>
                </a:lnTo>
                <a:cubicBezTo>
                  <a:pt x="4857" y="16928"/>
                  <a:pt x="4322" y="16928"/>
                  <a:pt x="4000" y="17184"/>
                </a:cubicBezTo>
                <a:cubicBezTo>
                  <a:pt x="3677" y="17429"/>
                  <a:pt x="3677" y="17827"/>
                  <a:pt x="4000" y="18073"/>
                </a:cubicBezTo>
                <a:lnTo>
                  <a:pt x="5043" y="18867"/>
                </a:lnTo>
                <a:cubicBezTo>
                  <a:pt x="5204" y="18990"/>
                  <a:pt x="5416" y="19047"/>
                  <a:pt x="5627" y="19047"/>
                </a:cubicBezTo>
                <a:cubicBezTo>
                  <a:pt x="5838" y="19047"/>
                  <a:pt x="6049" y="18990"/>
                  <a:pt x="6223" y="18867"/>
                </a:cubicBezTo>
                <a:lnTo>
                  <a:pt x="8719" y="16957"/>
                </a:lnTo>
                <a:cubicBezTo>
                  <a:pt x="9042" y="16711"/>
                  <a:pt x="9042" y="16313"/>
                  <a:pt x="8719" y="16068"/>
                </a:cubicBezTo>
                <a:cubicBezTo>
                  <a:pt x="8397" y="15822"/>
                  <a:pt x="7875" y="15822"/>
                  <a:pt x="7540" y="16068"/>
                </a:cubicBezTo>
                <a:close/>
                <a:moveTo>
                  <a:pt x="7540" y="11850"/>
                </a:moveTo>
                <a:lnTo>
                  <a:pt x="5627" y="13306"/>
                </a:lnTo>
                <a:lnTo>
                  <a:pt x="5180" y="12966"/>
                </a:lnTo>
                <a:cubicBezTo>
                  <a:pt x="4857" y="12720"/>
                  <a:pt x="4322" y="12720"/>
                  <a:pt x="4000" y="12966"/>
                </a:cubicBezTo>
                <a:cubicBezTo>
                  <a:pt x="3677" y="13212"/>
                  <a:pt x="3677" y="13609"/>
                  <a:pt x="4000" y="13855"/>
                </a:cubicBezTo>
                <a:lnTo>
                  <a:pt x="5043" y="14649"/>
                </a:lnTo>
                <a:cubicBezTo>
                  <a:pt x="5204" y="14772"/>
                  <a:pt x="5416" y="14838"/>
                  <a:pt x="5627" y="14838"/>
                </a:cubicBezTo>
                <a:cubicBezTo>
                  <a:pt x="5838" y="14838"/>
                  <a:pt x="6049" y="14772"/>
                  <a:pt x="6223" y="14649"/>
                </a:cubicBezTo>
                <a:lnTo>
                  <a:pt x="8719" y="12739"/>
                </a:lnTo>
                <a:cubicBezTo>
                  <a:pt x="9042" y="12493"/>
                  <a:pt x="9042" y="12096"/>
                  <a:pt x="8719" y="11850"/>
                </a:cubicBezTo>
                <a:cubicBezTo>
                  <a:pt x="8397" y="11604"/>
                  <a:pt x="7875" y="11604"/>
                  <a:pt x="7540" y="11850"/>
                </a:cubicBezTo>
                <a:close/>
                <a:moveTo>
                  <a:pt x="7540" y="7310"/>
                </a:moveTo>
                <a:lnTo>
                  <a:pt x="5627" y="8767"/>
                </a:lnTo>
                <a:lnTo>
                  <a:pt x="5180" y="8426"/>
                </a:lnTo>
                <a:cubicBezTo>
                  <a:pt x="4857" y="8171"/>
                  <a:pt x="4322" y="8171"/>
                  <a:pt x="4000" y="8426"/>
                </a:cubicBezTo>
                <a:cubicBezTo>
                  <a:pt x="3677" y="8672"/>
                  <a:pt x="3677" y="9069"/>
                  <a:pt x="4000" y="9315"/>
                </a:cubicBezTo>
                <a:lnTo>
                  <a:pt x="5043" y="10110"/>
                </a:lnTo>
                <a:cubicBezTo>
                  <a:pt x="5204" y="10233"/>
                  <a:pt x="5416" y="10289"/>
                  <a:pt x="5627" y="10289"/>
                </a:cubicBezTo>
                <a:cubicBezTo>
                  <a:pt x="5838" y="10289"/>
                  <a:pt x="6049" y="10233"/>
                  <a:pt x="6223" y="10110"/>
                </a:cubicBezTo>
                <a:lnTo>
                  <a:pt x="8719" y="8199"/>
                </a:lnTo>
                <a:cubicBezTo>
                  <a:pt x="9042" y="7953"/>
                  <a:pt x="9042" y="7556"/>
                  <a:pt x="8719" y="7310"/>
                </a:cubicBezTo>
                <a:cubicBezTo>
                  <a:pt x="8397" y="7064"/>
                  <a:pt x="7875" y="7064"/>
                  <a:pt x="7540" y="7310"/>
                </a:cubicBezTo>
                <a:close/>
                <a:moveTo>
                  <a:pt x="17004" y="16834"/>
                </a:moveTo>
                <a:lnTo>
                  <a:pt x="11688" y="16834"/>
                </a:lnTo>
                <a:cubicBezTo>
                  <a:pt x="11229" y="16834"/>
                  <a:pt x="10856" y="17117"/>
                  <a:pt x="10856" y="17467"/>
                </a:cubicBezTo>
                <a:cubicBezTo>
                  <a:pt x="10856" y="17817"/>
                  <a:pt x="11229" y="18101"/>
                  <a:pt x="11688" y="18101"/>
                </a:cubicBezTo>
                <a:lnTo>
                  <a:pt x="17004" y="18101"/>
                </a:lnTo>
                <a:cubicBezTo>
                  <a:pt x="17464" y="18101"/>
                  <a:pt x="17836" y="17817"/>
                  <a:pt x="17836" y="17467"/>
                </a:cubicBezTo>
                <a:cubicBezTo>
                  <a:pt x="17836" y="17117"/>
                  <a:pt x="17464" y="16834"/>
                  <a:pt x="17004" y="16834"/>
                </a:cubicBezTo>
                <a:close/>
                <a:moveTo>
                  <a:pt x="11688" y="13883"/>
                </a:moveTo>
                <a:lnTo>
                  <a:pt x="16979" y="13883"/>
                </a:lnTo>
                <a:cubicBezTo>
                  <a:pt x="17439" y="13883"/>
                  <a:pt x="17812" y="13599"/>
                  <a:pt x="17812" y="13249"/>
                </a:cubicBezTo>
                <a:cubicBezTo>
                  <a:pt x="17812" y="12899"/>
                  <a:pt x="17439" y="12616"/>
                  <a:pt x="16979" y="12616"/>
                </a:cubicBezTo>
                <a:lnTo>
                  <a:pt x="11688" y="12616"/>
                </a:lnTo>
                <a:cubicBezTo>
                  <a:pt x="11229" y="12616"/>
                  <a:pt x="10856" y="12899"/>
                  <a:pt x="10856" y="13249"/>
                </a:cubicBezTo>
                <a:cubicBezTo>
                  <a:pt x="10856" y="13599"/>
                  <a:pt x="11229" y="13883"/>
                  <a:pt x="11688" y="13883"/>
                </a:cubicBezTo>
                <a:close/>
                <a:moveTo>
                  <a:pt x="11688" y="9665"/>
                </a:moveTo>
                <a:lnTo>
                  <a:pt x="16979" y="9665"/>
                </a:lnTo>
                <a:cubicBezTo>
                  <a:pt x="17439" y="9665"/>
                  <a:pt x="17812" y="9381"/>
                  <a:pt x="17812" y="9032"/>
                </a:cubicBezTo>
                <a:cubicBezTo>
                  <a:pt x="17812" y="8682"/>
                  <a:pt x="17439" y="8398"/>
                  <a:pt x="16979" y="8398"/>
                </a:cubicBezTo>
                <a:lnTo>
                  <a:pt x="11688" y="8398"/>
                </a:lnTo>
                <a:cubicBezTo>
                  <a:pt x="11229" y="8398"/>
                  <a:pt x="10856" y="8682"/>
                  <a:pt x="10856" y="9032"/>
                </a:cubicBezTo>
                <a:cubicBezTo>
                  <a:pt x="10856" y="9381"/>
                  <a:pt x="11229" y="9665"/>
                  <a:pt x="11688" y="9665"/>
                </a:cubicBezTo>
                <a:close/>
                <a:moveTo>
                  <a:pt x="21029" y="5003"/>
                </a:moveTo>
                <a:lnTo>
                  <a:pt x="15029" y="435"/>
                </a:lnTo>
                <a:cubicBezTo>
                  <a:pt x="14669" y="161"/>
                  <a:pt x="14185" y="0"/>
                  <a:pt x="13663" y="0"/>
                </a:cubicBezTo>
                <a:lnTo>
                  <a:pt x="1938" y="0"/>
                </a:lnTo>
                <a:cubicBezTo>
                  <a:pt x="869" y="0"/>
                  <a:pt x="0" y="671"/>
                  <a:pt x="0" y="1485"/>
                </a:cubicBezTo>
                <a:lnTo>
                  <a:pt x="0" y="20125"/>
                </a:lnTo>
                <a:cubicBezTo>
                  <a:pt x="0" y="20938"/>
                  <a:pt x="869" y="21600"/>
                  <a:pt x="1938" y="21600"/>
                </a:cubicBezTo>
                <a:lnTo>
                  <a:pt x="19662" y="21600"/>
                </a:lnTo>
                <a:cubicBezTo>
                  <a:pt x="20731" y="21600"/>
                  <a:pt x="21600" y="20938"/>
                  <a:pt x="21600" y="20125"/>
                </a:cubicBezTo>
                <a:lnTo>
                  <a:pt x="21600" y="6043"/>
                </a:lnTo>
                <a:cubicBezTo>
                  <a:pt x="21600" y="5655"/>
                  <a:pt x="21401" y="5287"/>
                  <a:pt x="21029" y="5003"/>
                </a:cubicBezTo>
                <a:close/>
                <a:moveTo>
                  <a:pt x="18768" y="5069"/>
                </a:moveTo>
                <a:lnTo>
                  <a:pt x="15228" y="5069"/>
                </a:lnTo>
                <a:cubicBezTo>
                  <a:pt x="15079" y="5069"/>
                  <a:pt x="14955" y="4974"/>
                  <a:pt x="14955" y="4851"/>
                </a:cubicBezTo>
                <a:lnTo>
                  <a:pt x="14955" y="2166"/>
                </a:lnTo>
                <a:lnTo>
                  <a:pt x="18768" y="5069"/>
                </a:lnTo>
                <a:close/>
                <a:moveTo>
                  <a:pt x="19662" y="20333"/>
                </a:moveTo>
                <a:lnTo>
                  <a:pt x="1938" y="20333"/>
                </a:lnTo>
                <a:cubicBezTo>
                  <a:pt x="1789" y="20333"/>
                  <a:pt x="1664" y="20238"/>
                  <a:pt x="1664" y="20125"/>
                </a:cubicBezTo>
                <a:lnTo>
                  <a:pt x="1664" y="1485"/>
                </a:lnTo>
                <a:cubicBezTo>
                  <a:pt x="1664" y="1362"/>
                  <a:pt x="1789" y="1267"/>
                  <a:pt x="1938" y="1267"/>
                </a:cubicBezTo>
                <a:lnTo>
                  <a:pt x="13290" y="1267"/>
                </a:lnTo>
                <a:lnTo>
                  <a:pt x="13290" y="4851"/>
                </a:lnTo>
                <a:cubicBezTo>
                  <a:pt x="13290" y="5665"/>
                  <a:pt x="14160" y="6327"/>
                  <a:pt x="15228" y="6327"/>
                </a:cubicBezTo>
                <a:lnTo>
                  <a:pt x="19936" y="6327"/>
                </a:lnTo>
                <a:lnTo>
                  <a:pt x="19936" y="20125"/>
                </a:lnTo>
                <a:cubicBezTo>
                  <a:pt x="19936" y="20238"/>
                  <a:pt x="19811" y="20333"/>
                  <a:pt x="19662" y="20333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noFill/>
                <a:latin typeface="Roboto"/>
                <a:ea typeface="Roboto"/>
                <a:cs typeface="Roboto"/>
                <a:sym typeface="Roboto"/>
              </a:defRPr>
            </a:pPr>
            <a:endParaRPr kumimoji="0" sz="18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80801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A52CB3D06A2947A108E0CE245B5F7B" ma:contentTypeVersion="8" ma:contentTypeDescription="Create a new document." ma:contentTypeScope="" ma:versionID="22d2b1d41add1c794c1993a3932b4e61">
  <xsd:schema xmlns:xsd="http://www.w3.org/2001/XMLSchema" xmlns:xs="http://www.w3.org/2001/XMLSchema" xmlns:p="http://schemas.microsoft.com/office/2006/metadata/properties" xmlns:ns2="5cd4d315-028b-4011-acd2-2e28e49d191f" targetNamespace="http://schemas.microsoft.com/office/2006/metadata/properties" ma:root="true" ma:fieldsID="d66628f9f1fad92fcd1c35a8f1655b9f" ns2:_="">
    <xsd:import namespace="5cd4d315-028b-4011-acd2-2e28e49d19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d4d315-028b-4011-acd2-2e28e49d19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8101800-0F4C-4023-95F8-3BF7479E411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3A96F2-AC8D-4348-9BCF-DD024A0CFC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d4d315-028b-4011-acd2-2e28e49d19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AB05D39-AE76-43A2-8B1D-E5CC6A45FBF4}">
  <ds:schemaRefs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5cd4d315-028b-4011-acd2-2e28e49d191f"/>
    <ds:schemaRef ds:uri="http://purl.org/dc/terms/"/>
    <ds:schemaRef ds:uri="http://schemas.microsoft.com/office/infopath/2007/PartnerControls"/>
    <ds:schemaRef ds:uri="http://purl.org/dc/elements/1.1/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89db4e91-bad5-4fd0-9ca4-c06485916e3a}" enabled="1" method="Standard" siteId="{f66fae02-5d36-495b-bfe0-78a6ff9f8e6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23371</TotalTime>
  <Words>2237</Words>
  <Application>Microsoft Office PowerPoint</Application>
  <PresentationFormat>Widescreen</PresentationFormat>
  <Paragraphs>231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Calibri Light</vt:lpstr>
      <vt:lpstr>Larken-Medium</vt:lpstr>
      <vt:lpstr>Roboto</vt:lpstr>
      <vt:lpstr>Wingdings</vt:lpstr>
      <vt:lpstr>Office Theme</vt:lpstr>
      <vt:lpstr>Mobile Application Development and Big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[Module Name] [Module Code]</dc:title>
  <dc:creator>Ricky Dunningham</dc:creator>
  <cp:lastModifiedBy>Mokgapi London Mashabela</cp:lastModifiedBy>
  <cp:revision>306</cp:revision>
  <dcterms:created xsi:type="dcterms:W3CDTF">2022-12-04T08:48:00Z</dcterms:created>
  <dcterms:modified xsi:type="dcterms:W3CDTF">2025-02-12T19:46:48Z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0x010100D0A52CB3D06A2947A108E0CE245B5F7B</vt:lpwstr>
  </property>
</Properties>
</file>